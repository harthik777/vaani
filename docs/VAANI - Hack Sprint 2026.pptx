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eb1b7abb694268" /><Relationship Type="http://schemas.openxmlformats.org/officeDocument/2006/relationships/extended-properties" Target="/docProps/app.xml" Id="R23f652115cec4cdd" /><Relationship Type="http://schemas.openxmlformats.org/officeDocument/2006/relationships/officeDocument" Target="/ppt/presentation.xml" Id="R3eb080bfdbb8427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b8921d799264d58"/>
  </p:sldMasterIdLst>
  <p:notesMasterIdLst>
    <p:notesMasterId xmlns:r="http://schemas.openxmlformats.org/officeDocument/2006/relationships" r:id="Rb220856b804b4eec"/>
  </p:notesMasterIdLst>
  <p:sldIdLst>
    <p:sldId xmlns:r="http://schemas.openxmlformats.org/officeDocument/2006/relationships" id="256" r:id="R47f2a13688c24588"/>
    <p:sldId xmlns:r="http://schemas.openxmlformats.org/officeDocument/2006/relationships" id="257" r:id="Rc16f5d096e454730"/>
    <p:sldId xmlns:r="http://schemas.openxmlformats.org/officeDocument/2006/relationships" id="258" r:id="Re4e58ee1ee1f47f2"/>
    <p:sldId xmlns:r="http://schemas.openxmlformats.org/officeDocument/2006/relationships" id="259" r:id="Rd043c86ea15e4ecc"/>
    <p:sldId xmlns:r="http://schemas.openxmlformats.org/officeDocument/2006/relationships" id="260" r:id="R10161252715e4f3c"/>
    <p:sldId xmlns:r="http://schemas.openxmlformats.org/officeDocument/2006/relationships" id="261" r:id="R054292b916c04a1d"/>
    <p:sldId xmlns:r="http://schemas.openxmlformats.org/officeDocument/2006/relationships" id="262" r:id="R35cca575b9fc4d9d"/>
  </p:sldIdLst>
  <p:sldSz cx="18288000" cy="10287000"/>
  <p:notesSz cx="6858000" cy="9144000"/>
  <p:embeddedFontLst>
    <p:embeddedFont>
      <p:font typeface="Playfair Display SemiBold"/>
      <p:regular xmlns:r="http://schemas.openxmlformats.org/officeDocument/2006/relationships" r:id="Rb3b2e632ad234857"/>
      <p:bold xmlns:r="http://schemas.openxmlformats.org/officeDocument/2006/relationships" r:id="R0f8a76303b2045eb"/>
      <p:italic xmlns:r="http://schemas.openxmlformats.org/officeDocument/2006/relationships" r:id="R91012ae3907d400b"/>
      <p:boldItalic xmlns:r="http://schemas.openxmlformats.org/officeDocument/2006/relationships" r:id="R66ad5f785026477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3d6d5bfffa246d6" /><Relationship Type="http://schemas.openxmlformats.org/officeDocument/2006/relationships/slideMaster" Target="/ppt/slideMasters/slideMaster1.xml" Id="Rab8921d799264d58" /><Relationship Type="http://schemas.openxmlformats.org/officeDocument/2006/relationships/notesMaster" Target="/ppt/notesMasters/notesMaster1.xml" Id="Rb220856b804b4eec" /><Relationship Type="http://schemas.openxmlformats.org/officeDocument/2006/relationships/presProps" Target="/ppt/presProps.xml" Id="R54295135c071448a" /><Relationship Type="http://schemas.openxmlformats.org/officeDocument/2006/relationships/viewProps" Target="/ppt/viewProps.xml" Id="R66f9555257ad4ad2" /><Relationship Type="http://schemas.openxmlformats.org/officeDocument/2006/relationships/tableStyles" Target="/ppt/tableStyles.xml" Id="R30fe7536242b46f3" /><Relationship Type="http://schemas.openxmlformats.org/officeDocument/2006/relationships/font" Target="/ppt/fonts/font.dat" Id="Rb3b2e632ad234857" /><Relationship Type="http://schemas.openxmlformats.org/officeDocument/2006/relationships/font" Target="/ppt/fonts/font2.dat" Id="R0f8a76303b2045eb" /><Relationship Type="http://schemas.openxmlformats.org/officeDocument/2006/relationships/font" Target="/ppt/fonts/font3.dat" Id="R91012ae3907d400b" /><Relationship Type="http://schemas.openxmlformats.org/officeDocument/2006/relationships/font" Target="/ppt/fonts/font4.dat" Id="R66ad5f7850264774" /><Relationship Type="http://schemas.openxmlformats.org/officeDocument/2006/relationships/slide" Target="/ppt/slides/slide1.xml" Id="R47f2a13688c24588" /><Relationship Type="http://schemas.openxmlformats.org/officeDocument/2006/relationships/slide" Target="/ppt/slides/slide2.xml" Id="Rc16f5d096e454730" /><Relationship Type="http://schemas.openxmlformats.org/officeDocument/2006/relationships/slide" Target="/ppt/slides/slide3.xml" Id="Re4e58ee1ee1f47f2" /><Relationship Type="http://schemas.openxmlformats.org/officeDocument/2006/relationships/slide" Target="/ppt/slides/slide4.xml" Id="Rd043c86ea15e4ecc" /><Relationship Type="http://schemas.openxmlformats.org/officeDocument/2006/relationships/slide" Target="/ppt/slides/slide5.xml" Id="R10161252715e4f3c" /><Relationship Type="http://schemas.openxmlformats.org/officeDocument/2006/relationships/slide" Target="/ppt/slides/slide6.xml" Id="R054292b916c04a1d" /><Relationship Type="http://schemas.openxmlformats.org/officeDocument/2006/relationships/slide" Target="/ppt/slides/slide7.xml" Id="R35cca575b9fc4d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8b938c06b45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015736037c429e" /><Relationship Type="http://schemas.openxmlformats.org/officeDocument/2006/relationships/notesMaster" Target="/ppt/notesMasters/notesMaster1.xml" Id="Rcf375055bf7749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9bea79d8e54206" /><Relationship Type="http://schemas.openxmlformats.org/officeDocument/2006/relationships/notesMaster" Target="/ppt/notesMasters/notesMaster1.xml" Id="Rdaa2efb872b842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034d5dcd1b46d2" /><Relationship Type="http://schemas.openxmlformats.org/officeDocument/2006/relationships/notesMaster" Target="/ppt/notesMasters/notesMaster1.xml" Id="Raf1dc4b294484c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05f86fa9804ed9" /><Relationship Type="http://schemas.openxmlformats.org/officeDocument/2006/relationships/notesMaster" Target="/ppt/notesMasters/notesMaster1.xml" Id="Rb10f66e359d840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57ef7bc70547de" /><Relationship Type="http://schemas.openxmlformats.org/officeDocument/2006/relationships/notesMaster" Target="/ppt/notesMasters/notesMaster1.xml" Id="R4b4ce154c37d4b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570b9c42e142e2" /><Relationship Type="http://schemas.openxmlformats.org/officeDocument/2006/relationships/notesMaster" Target="/ppt/notesMasters/notesMaster1.xml" Id="R6d25cf09739d4c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2a8993af64d87" /><Relationship Type="http://schemas.openxmlformats.org/officeDocument/2006/relationships/notesMaster" Target="/ppt/notesMasters/notesMaster1.xml" Id="R3fba548f38da45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VAANI is a voice-first business builder for Indian business owners. Team AIForge, HackSprint 2026. Track supplied as Sarvam AI × Paytm, BRD Generation Agent. Presenter name and numeric track ID were not supplied. The cover retains original sponsor and event branding from the template.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core problem is loss of business meaning when vernacular descriptions become English specifications. VAANI preserves conditions, thresholds, numbers and exceptions as structured rules. The proposed workflow supports local-language voice and text, prototype generation, deterministic replay, owner approval and voice-to-collect. The payment flow needs confirmation before creating a request.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Proposed stack: React, Vite, Tailwind and Framer Motion on the frontend. Python and FastAPI provide a thin server-side proxy for Sarvam, the LLM and payment credentials. Sarvam provides STT, TTS and translation. The rule engine preserves conditions and exceptions, then an orchestrator creates ScreenSpec, BRD and replay inputs. React assembles a constrained set of pre-built components. Outputs include an interactive prototype, a Dhandha Twin replay, developer BRD and voice audit trail.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proposed end-to-end sequence has eight stages: speak, understand, extract, build, materialise, simulate, approve and deliver. A business rule example is to pause Grade-B iron purchases for three days when the dollar rises, unless there is a confirmed order. Numeric thresholds that were not spoken must be clarified with the owner before final approval. Digital Twin results depend on the sample data, baseline and assumptions.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Audio or text enters Sarvam, then structured extraction produces business rules with IF, THEN and UNLESS logic. The orchestrator creates ScreenSpec for the React renderer. Structured rules also feed the BRD and Dhandha Twin. Awaaz Proof uses voiceClipId to preserve provenance across the rule, screen component, payment action and replay outcome. The owner tests and corrects the generated application through voice. Voice-to-collect takes the customer and amount, asks for confirmation, and generates a UPI QR or payment link. Actual payment authentication remains in the UPI app.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 real screenshot of the running product (review step of the two-speaker meeting demo). The example includes voice input, an extracted rule with the confirmed-order exception, a stock dashboard with a 72-hour purchase pause and a Dhandha Twin replay. The 2% USD/INR threshold is a supplied demo assumption that requires owner confirmation, not a value reliably inferred from the short displayed transcript. ₹4.2 lakh is an illustrative potential-impact figure copied from the supplied outline. No measured savings or validated market dataset were supplied. A real replay must disclose data, baseline, transaction costs and assumptions. Screenshot captured by the Playwright suite.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Differentiation is grounded in the proposed design: vernacular business logic, a working prototype plus BRD, deterministic replay, three accessibility modes, source-linked traceability and confirmation before collecting payment. The replay is a scenario analysis, not a prediction or guarantee of savings. Closing statement adapted from the user-supplied quote by removing the unsupported first-ever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User-supplied seven-slide VAANI outline (Pasted text.txt). Visual reference: https://notebook.google.com/notebook/032263ef-21e1-4d8b-8fb0-787156850e2c/artifact/38578414-83aa-4f77-8d5d-9e8abc2d5def</a:t>
            </a:r>
            <a:endParaRPr/>
          </a:p>
          <a:p xmlns:a="http://schemas.openxmlformats.org/drawingml/2006/main">
            <a:pPr marL="0" lvl="0" indent="0" algn="l">
              <a:spcBef>
                <a:spcPts val="0"/>
              </a:spcBef>
              <a:spcAft>
                <a:spcPts val="0"/>
              </a:spcAft>
              <a:buNone/>
            </a:pPr>
            <a:r>
              <a:t>The project brief, technical build and execution plan named in the outline were not supplied separately. Every capability on this slide is implemented in the repository and covered by 58 backend tests and 11 browser flows (verified 17 Oct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f23b5d39a641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3bea43f33f47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c3c60c174f40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0be06e29d54a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5e3225400c4a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65aa377913433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228e89f39624f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97372bce6b84cb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fa99d2355c542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5f2f7c8530f472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2da4aa8c379413c"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9">
            <a:extLst xmlns:a="http://schemas.openxmlformats.org/drawingml/2006/main">
              <a:ext uri="{FF2B5EF4-FFF2-40B4-BE49-F238E27FC236}">
                <a16:creationId xmlns:a16="http://schemas.microsoft.com/office/drawing/2014/main" id="{85FEFE18-FBFB-439C-B1BA-557FE922ABE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9">
            <a:extLst xmlns:a="http://schemas.openxmlformats.org/drawingml/2006/main">
              <a:ext uri="{FF2B5EF4-FFF2-40B4-BE49-F238E27FC236}">
                <a16:creationId xmlns:a16="http://schemas.microsoft.com/office/drawing/2014/main" id="{5D27EEBE-D145-4142-A2C2-88B4ED5B0CB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9">
            <a:extLst xmlns:a="http://schemas.openxmlformats.org/drawingml/2006/main">
              <a:ext uri="{FF2B5EF4-FFF2-40B4-BE49-F238E27FC236}">
                <a16:creationId xmlns:a16="http://schemas.microsoft.com/office/drawing/2014/main" id="{782419EA-3EAA-4D80-9621-35223B6AB26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10">
            <a:extLst xmlns:a="http://schemas.openxmlformats.org/drawingml/2006/main">
              <a:ext uri="{FF2B5EF4-FFF2-40B4-BE49-F238E27FC236}">
                <a16:creationId xmlns:a16="http://schemas.microsoft.com/office/drawing/2014/main" id="{22E7CD52-ADA9-4E37-9606-58C28E05776E}"/>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10">
            <a:extLst xmlns:a="http://schemas.openxmlformats.org/drawingml/2006/main">
              <a:ext uri="{FF2B5EF4-FFF2-40B4-BE49-F238E27FC236}">
                <a16:creationId xmlns:a16="http://schemas.microsoft.com/office/drawing/2014/main" id="{A7DF1CBA-E134-46F4-B82A-D3437829756F}"/>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10">
            <a:extLst xmlns:a="http://schemas.openxmlformats.org/drawingml/2006/main">
              <a:ext uri="{FF2B5EF4-FFF2-40B4-BE49-F238E27FC236}">
                <a16:creationId xmlns:a16="http://schemas.microsoft.com/office/drawing/2014/main" id="{4009511C-2423-44B0-8FBE-8611700889F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10">
            <a:extLst xmlns:a="http://schemas.openxmlformats.org/drawingml/2006/main">
              <a:ext uri="{FF2B5EF4-FFF2-40B4-BE49-F238E27FC236}">
                <a16:creationId xmlns:a16="http://schemas.microsoft.com/office/drawing/2014/main" id="{63A5A401-CF9E-4F63-A046-8A3979A79A6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10">
            <a:extLst xmlns:a="http://schemas.openxmlformats.org/drawingml/2006/main">
              <a:ext uri="{FF2B5EF4-FFF2-40B4-BE49-F238E27FC236}">
                <a16:creationId xmlns:a16="http://schemas.microsoft.com/office/drawing/2014/main" id="{CEAD2B1F-1E8D-4C53-B7BC-B75531D2E45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11">
            <a:extLst xmlns:a="http://schemas.openxmlformats.org/drawingml/2006/main">
              <a:ext uri="{FF2B5EF4-FFF2-40B4-BE49-F238E27FC236}">
                <a16:creationId xmlns:a16="http://schemas.microsoft.com/office/drawing/2014/main" id="{C545CB52-F3CA-4916-8F88-1A8BCA58420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11">
            <a:extLst xmlns:a="http://schemas.openxmlformats.org/drawingml/2006/main">
              <a:ext uri="{FF2B5EF4-FFF2-40B4-BE49-F238E27FC236}">
                <a16:creationId xmlns:a16="http://schemas.microsoft.com/office/drawing/2014/main" id="{58C1C78F-BC36-4A4E-90E5-1179CD71EB4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11">
            <a:extLst xmlns:a="http://schemas.openxmlformats.org/drawingml/2006/main">
              <a:ext uri="{FF2B5EF4-FFF2-40B4-BE49-F238E27FC236}">
                <a16:creationId xmlns:a16="http://schemas.microsoft.com/office/drawing/2014/main" id="{B64A3948-D6F3-45DB-BF95-D5ADEB60CC2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11">
            <a:extLst xmlns:a="http://schemas.openxmlformats.org/drawingml/2006/main">
              <a:ext uri="{FF2B5EF4-FFF2-40B4-BE49-F238E27FC236}">
                <a16:creationId xmlns:a16="http://schemas.microsoft.com/office/drawing/2014/main" id="{59B5C067-1A18-4A3C-8680-D1A005C7B03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11">
            <a:extLst xmlns:a="http://schemas.openxmlformats.org/drawingml/2006/main">
              <a:ext uri="{FF2B5EF4-FFF2-40B4-BE49-F238E27FC236}">
                <a16:creationId xmlns:a16="http://schemas.microsoft.com/office/drawing/2014/main" id="{CCF42A5C-C0E1-412C-BD83-5783C52CD28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12">
            <a:extLst xmlns:a="http://schemas.openxmlformats.org/drawingml/2006/main">
              <a:ext uri="{FF2B5EF4-FFF2-40B4-BE49-F238E27FC236}">
                <a16:creationId xmlns:a16="http://schemas.microsoft.com/office/drawing/2014/main" id="{751A1016-4F2A-4526-B422-0B4005C50A89}"/>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12">
            <a:extLst xmlns:a="http://schemas.openxmlformats.org/drawingml/2006/main">
              <a:ext uri="{FF2B5EF4-FFF2-40B4-BE49-F238E27FC236}">
                <a16:creationId xmlns:a16="http://schemas.microsoft.com/office/drawing/2014/main" id="{5308F6C3-94D2-4BAA-AD0E-47DEA169581D}"/>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12">
            <a:extLst xmlns:a="http://schemas.openxmlformats.org/drawingml/2006/main">
              <a:ext uri="{FF2B5EF4-FFF2-40B4-BE49-F238E27FC236}">
                <a16:creationId xmlns:a16="http://schemas.microsoft.com/office/drawing/2014/main" id="{3C8A2BE5-3278-450B-99AB-AB811177BB2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12">
            <a:extLst xmlns:a="http://schemas.openxmlformats.org/drawingml/2006/main">
              <a:ext uri="{FF2B5EF4-FFF2-40B4-BE49-F238E27FC236}">
                <a16:creationId xmlns:a16="http://schemas.microsoft.com/office/drawing/2014/main" id="{1E3F855D-16D8-4C9D-B10E-573FD8E211B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12">
            <a:extLst xmlns:a="http://schemas.openxmlformats.org/drawingml/2006/main">
              <a:ext uri="{FF2B5EF4-FFF2-40B4-BE49-F238E27FC236}">
                <a16:creationId xmlns:a16="http://schemas.microsoft.com/office/drawing/2014/main" id="{5F9FADD2-7821-45A3-926B-3E84B3A7A28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13">
            <a:extLst xmlns:a="http://schemas.openxmlformats.org/drawingml/2006/main">
              <a:ext uri="{FF2B5EF4-FFF2-40B4-BE49-F238E27FC236}">
                <a16:creationId xmlns:a16="http://schemas.microsoft.com/office/drawing/2014/main" id="{3DB3A104-C7FF-4DD0-94DF-E45F355F892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13">
            <a:extLst xmlns:a="http://schemas.openxmlformats.org/drawingml/2006/main">
              <a:ext uri="{FF2B5EF4-FFF2-40B4-BE49-F238E27FC236}">
                <a16:creationId xmlns:a16="http://schemas.microsoft.com/office/drawing/2014/main" id="{4CA73225-EF33-4DDD-B472-D88BA4CFD2A6}"/>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13">
            <a:extLst xmlns:a="http://schemas.openxmlformats.org/drawingml/2006/main">
              <a:ext uri="{FF2B5EF4-FFF2-40B4-BE49-F238E27FC236}">
                <a16:creationId xmlns:a16="http://schemas.microsoft.com/office/drawing/2014/main" id="{EC786343-DD58-4728-ADBF-5C334C17221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13">
            <a:extLst xmlns:a="http://schemas.openxmlformats.org/drawingml/2006/main">
              <a:ext uri="{FF2B5EF4-FFF2-40B4-BE49-F238E27FC236}">
                <a16:creationId xmlns:a16="http://schemas.microsoft.com/office/drawing/2014/main" id="{34891996-1B5D-4E52-95BD-291FAF0337E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13">
            <a:extLst xmlns:a="http://schemas.openxmlformats.org/drawingml/2006/main">
              <a:ext uri="{FF2B5EF4-FFF2-40B4-BE49-F238E27FC236}">
                <a16:creationId xmlns:a16="http://schemas.microsoft.com/office/drawing/2014/main" id="{A22F0286-A4A5-4ED8-9100-B47869F1DFD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13">
            <a:extLst xmlns:a="http://schemas.openxmlformats.org/drawingml/2006/main">
              <a:ext uri="{FF2B5EF4-FFF2-40B4-BE49-F238E27FC236}">
                <a16:creationId xmlns:a16="http://schemas.microsoft.com/office/drawing/2014/main" id="{49265AF9-DCB0-451D-AF34-3DCE001888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14">
            <a:extLst xmlns:a="http://schemas.openxmlformats.org/drawingml/2006/main">
              <a:ext uri="{FF2B5EF4-FFF2-40B4-BE49-F238E27FC236}">
                <a16:creationId xmlns:a16="http://schemas.microsoft.com/office/drawing/2014/main" id="{34C9A774-B5CC-4B72-BB85-7072FAE6A9D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14">
            <a:extLst xmlns:a="http://schemas.openxmlformats.org/drawingml/2006/main">
              <a:ext uri="{FF2B5EF4-FFF2-40B4-BE49-F238E27FC236}">
                <a16:creationId xmlns:a16="http://schemas.microsoft.com/office/drawing/2014/main" id="{C97DEFDD-EAB2-4FC2-B02F-6AA316968647}"/>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14">
            <a:extLst xmlns:a="http://schemas.openxmlformats.org/drawingml/2006/main">
              <a:ext uri="{FF2B5EF4-FFF2-40B4-BE49-F238E27FC236}">
                <a16:creationId xmlns:a16="http://schemas.microsoft.com/office/drawing/2014/main" id="{2129B9A3-35A1-4758-A33B-DA4CD5854914}"/>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14">
            <a:extLst xmlns:a="http://schemas.openxmlformats.org/drawingml/2006/main">
              <a:ext uri="{FF2B5EF4-FFF2-40B4-BE49-F238E27FC236}">
                <a16:creationId xmlns:a16="http://schemas.microsoft.com/office/drawing/2014/main" id="{5810E9E4-BE54-4E1E-9425-6BC14287327C}"/>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14">
            <a:extLst xmlns:a="http://schemas.openxmlformats.org/drawingml/2006/main">
              <a:ext uri="{FF2B5EF4-FFF2-40B4-BE49-F238E27FC236}">
                <a16:creationId xmlns:a16="http://schemas.microsoft.com/office/drawing/2014/main" id="{0BE03175-6272-4053-BE8E-673C2A39E1DD}"/>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14">
            <a:extLst xmlns:a="http://schemas.openxmlformats.org/drawingml/2006/main">
              <a:ext uri="{FF2B5EF4-FFF2-40B4-BE49-F238E27FC236}">
                <a16:creationId xmlns:a16="http://schemas.microsoft.com/office/drawing/2014/main" id="{54C37D33-70EA-46FC-89B9-92379B539AA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14">
            <a:extLst xmlns:a="http://schemas.openxmlformats.org/drawingml/2006/main">
              <a:ext uri="{FF2B5EF4-FFF2-40B4-BE49-F238E27FC236}">
                <a16:creationId xmlns:a16="http://schemas.microsoft.com/office/drawing/2014/main" id="{4597E6B0-64C3-4315-99C3-F69B2B27F52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14">
            <a:extLst xmlns:a="http://schemas.openxmlformats.org/drawingml/2006/main">
              <a:ext uri="{FF2B5EF4-FFF2-40B4-BE49-F238E27FC236}">
                <a16:creationId xmlns:a16="http://schemas.microsoft.com/office/drawing/2014/main" id="{359E83DC-CF73-488D-99D9-364439AAF37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15">
            <a:extLst xmlns:a="http://schemas.openxmlformats.org/drawingml/2006/main">
              <a:ext uri="{FF2B5EF4-FFF2-40B4-BE49-F238E27FC236}">
                <a16:creationId xmlns:a16="http://schemas.microsoft.com/office/drawing/2014/main" id="{AFEE99DD-4C06-4540-80C9-5236CA5BF89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15">
            <a:extLst xmlns:a="http://schemas.openxmlformats.org/drawingml/2006/main">
              <a:ext uri="{FF2B5EF4-FFF2-40B4-BE49-F238E27FC236}">
                <a16:creationId xmlns:a16="http://schemas.microsoft.com/office/drawing/2014/main" id="{4B268E1C-EEBC-4C74-BB7B-F9BE02AA79E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15">
            <a:extLst xmlns:a="http://schemas.openxmlformats.org/drawingml/2006/main">
              <a:ext uri="{FF2B5EF4-FFF2-40B4-BE49-F238E27FC236}">
                <a16:creationId xmlns:a16="http://schemas.microsoft.com/office/drawing/2014/main" id="{6F091C38-5AB9-4DE2-8933-D95F69CF68A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15">
            <a:extLst xmlns:a="http://schemas.openxmlformats.org/drawingml/2006/main">
              <a:ext uri="{FF2B5EF4-FFF2-40B4-BE49-F238E27FC236}">
                <a16:creationId xmlns:a16="http://schemas.microsoft.com/office/drawing/2014/main" id="{86B90C40-D5C7-4DC7-B040-193684D7BA6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16">
            <a:extLst xmlns:a="http://schemas.openxmlformats.org/drawingml/2006/main">
              <a:ext uri="{FF2B5EF4-FFF2-40B4-BE49-F238E27FC236}">
                <a16:creationId xmlns:a16="http://schemas.microsoft.com/office/drawing/2014/main" id="{EFEA6AB5-F3C3-434C-9564-732F81672F27}"/>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16">
            <a:extLst xmlns:a="http://schemas.openxmlformats.org/drawingml/2006/main">
              <a:ext uri="{FF2B5EF4-FFF2-40B4-BE49-F238E27FC236}">
                <a16:creationId xmlns:a16="http://schemas.microsoft.com/office/drawing/2014/main" id="{20D86189-EC94-4CF0-BEFC-5D1BCA0B3460}"/>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16">
            <a:extLst xmlns:a="http://schemas.openxmlformats.org/drawingml/2006/main">
              <a:ext uri="{FF2B5EF4-FFF2-40B4-BE49-F238E27FC236}">
                <a16:creationId xmlns:a16="http://schemas.microsoft.com/office/drawing/2014/main" id="{22647A8A-B754-43DF-A3F5-2C1545279B0F}"/>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16">
            <a:extLst xmlns:a="http://schemas.openxmlformats.org/drawingml/2006/main">
              <a:ext uri="{FF2B5EF4-FFF2-40B4-BE49-F238E27FC236}">
                <a16:creationId xmlns:a16="http://schemas.microsoft.com/office/drawing/2014/main" id="{04011122-EB70-4B18-B6FE-E0E0DE7430E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6">
            <a:extLst xmlns:a="http://schemas.openxmlformats.org/drawingml/2006/main">
              <a:ext uri="{FF2B5EF4-FFF2-40B4-BE49-F238E27FC236}">
                <a16:creationId xmlns:a16="http://schemas.microsoft.com/office/drawing/2014/main" id="{18433AB5-AF6A-4178-B9F4-96143F72AD4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16">
            <a:extLst xmlns:a="http://schemas.openxmlformats.org/drawingml/2006/main">
              <a:ext uri="{FF2B5EF4-FFF2-40B4-BE49-F238E27FC236}">
                <a16:creationId xmlns:a16="http://schemas.microsoft.com/office/drawing/2014/main" id="{9B2F3646-E09D-4B13-AF33-DCCFE06D411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7">
            <a:extLst xmlns:a="http://schemas.openxmlformats.org/drawingml/2006/main">
              <a:ext uri="{FF2B5EF4-FFF2-40B4-BE49-F238E27FC236}">
                <a16:creationId xmlns:a16="http://schemas.microsoft.com/office/drawing/2014/main" id="{F7B7B862-5BBA-4685-B823-6CA01FE06B9C}"/>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7">
            <a:extLst xmlns:a="http://schemas.openxmlformats.org/drawingml/2006/main">
              <a:ext uri="{FF2B5EF4-FFF2-40B4-BE49-F238E27FC236}">
                <a16:creationId xmlns:a16="http://schemas.microsoft.com/office/drawing/2014/main" id="{90F265B4-0221-4CC7-98BA-E9EB718E6156}"/>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7">
            <a:extLst xmlns:a="http://schemas.openxmlformats.org/drawingml/2006/main">
              <a:ext uri="{FF2B5EF4-FFF2-40B4-BE49-F238E27FC236}">
                <a16:creationId xmlns:a16="http://schemas.microsoft.com/office/drawing/2014/main" id="{3376CD36-92E1-4077-8AB1-CBA5208995C4}"/>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7">
            <a:extLst xmlns:a="http://schemas.openxmlformats.org/drawingml/2006/main">
              <a:ext uri="{FF2B5EF4-FFF2-40B4-BE49-F238E27FC236}">
                <a16:creationId xmlns:a16="http://schemas.microsoft.com/office/drawing/2014/main" id="{636B4C25-628A-4C01-B6F9-4EF69A918E1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7">
            <a:extLst xmlns:a="http://schemas.openxmlformats.org/drawingml/2006/main">
              <a:ext uri="{FF2B5EF4-FFF2-40B4-BE49-F238E27FC236}">
                <a16:creationId xmlns:a16="http://schemas.microsoft.com/office/drawing/2014/main" id="{112B85EE-5BF4-4692-B8DA-F49E273C222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7">
            <a:extLst xmlns:a="http://schemas.openxmlformats.org/drawingml/2006/main">
              <a:ext uri="{FF2B5EF4-FFF2-40B4-BE49-F238E27FC236}">
                <a16:creationId xmlns:a16="http://schemas.microsoft.com/office/drawing/2014/main" id="{D802DF34-E135-4474-998A-B5372AC06AD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8">
            <a:extLst xmlns:a="http://schemas.openxmlformats.org/drawingml/2006/main">
              <a:ext uri="{FF2B5EF4-FFF2-40B4-BE49-F238E27FC236}">
                <a16:creationId xmlns:a16="http://schemas.microsoft.com/office/drawing/2014/main" id="{5E5BB1DD-EFE2-402D-8A60-6B3543B3E3F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8">
            <a:extLst xmlns:a="http://schemas.openxmlformats.org/drawingml/2006/main">
              <a:ext uri="{FF2B5EF4-FFF2-40B4-BE49-F238E27FC236}">
                <a16:creationId xmlns:a16="http://schemas.microsoft.com/office/drawing/2014/main" id="{DEB3E282-62AF-4D8F-99BF-52705D1475C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8">
            <a:extLst xmlns:a="http://schemas.openxmlformats.org/drawingml/2006/main">
              <a:ext uri="{FF2B5EF4-FFF2-40B4-BE49-F238E27FC236}">
                <a16:creationId xmlns:a16="http://schemas.microsoft.com/office/drawing/2014/main" id="{EFF6C746-A4BC-488D-B9FE-75527D92E70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8">
            <a:extLst xmlns:a="http://schemas.openxmlformats.org/drawingml/2006/main">
              <a:ext uri="{FF2B5EF4-FFF2-40B4-BE49-F238E27FC236}">
                <a16:creationId xmlns:a16="http://schemas.microsoft.com/office/drawing/2014/main" id="{E12E8BFF-FDF7-4843-B300-8B7FCADF46A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8">
            <a:extLst xmlns:a="http://schemas.openxmlformats.org/drawingml/2006/main">
              <a:ext uri="{FF2B5EF4-FFF2-40B4-BE49-F238E27FC236}">
                <a16:creationId xmlns:a16="http://schemas.microsoft.com/office/drawing/2014/main" id="{CBC7BBAF-39C9-42E6-AB04-FD594080CF6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9">
            <a:extLst xmlns:a="http://schemas.openxmlformats.org/drawingml/2006/main">
              <a:ext uri="{FF2B5EF4-FFF2-40B4-BE49-F238E27FC236}">
                <a16:creationId xmlns:a16="http://schemas.microsoft.com/office/drawing/2014/main" id="{F99F71B6-3E6D-40BD-8908-5EE2E0F52E3F}"/>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9">
            <a:extLst xmlns:a="http://schemas.openxmlformats.org/drawingml/2006/main">
              <a:ext uri="{FF2B5EF4-FFF2-40B4-BE49-F238E27FC236}">
                <a16:creationId xmlns:a16="http://schemas.microsoft.com/office/drawing/2014/main" id="{F4BB29D5-C581-450B-B359-43209181EE21}"/>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9">
            <a:extLst xmlns:a="http://schemas.openxmlformats.org/drawingml/2006/main">
              <a:ext uri="{FF2B5EF4-FFF2-40B4-BE49-F238E27FC236}">
                <a16:creationId xmlns:a16="http://schemas.microsoft.com/office/drawing/2014/main" id="{E4930BEE-79FB-477B-BAA8-EAD5DE74561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9">
            <a:extLst xmlns:a="http://schemas.openxmlformats.org/drawingml/2006/main">
              <a:ext uri="{FF2B5EF4-FFF2-40B4-BE49-F238E27FC236}">
                <a16:creationId xmlns:a16="http://schemas.microsoft.com/office/drawing/2014/main" id="{026EBA4A-7B09-4B2C-8288-23E85BCE4B7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9">
            <a:extLst xmlns:a="http://schemas.openxmlformats.org/drawingml/2006/main">
              <a:ext uri="{FF2B5EF4-FFF2-40B4-BE49-F238E27FC236}">
                <a16:creationId xmlns:a16="http://schemas.microsoft.com/office/drawing/2014/main" id="{3E252DB4-FBFA-4FD7-A422-824CABEBE6F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58d0bf35d249ed" /><Relationship Type="http://schemas.openxmlformats.org/officeDocument/2006/relationships/slideLayout" Target="/ppt/slideLayouts/slideLayout1.xml" Id="R0e598330e56644a4" /><Relationship Type="http://schemas.openxmlformats.org/officeDocument/2006/relationships/slideLayout" Target="/ppt/slideLayouts/slideLayout2.xml" Id="R670f34a6d140470f" /><Relationship Type="http://schemas.openxmlformats.org/officeDocument/2006/relationships/slideLayout" Target="/ppt/slideLayouts/slideLayout3.xml" Id="Rfccf7035505c4954" /><Relationship Type="http://schemas.openxmlformats.org/officeDocument/2006/relationships/slideLayout" Target="/ppt/slideLayouts/slideLayout4.xml" Id="R79f5fde0ea2e4690" /><Relationship Type="http://schemas.openxmlformats.org/officeDocument/2006/relationships/slideLayout" Target="/ppt/slideLayouts/slideLayout5.xml" Id="Re693d2c01407479c" /><Relationship Type="http://schemas.openxmlformats.org/officeDocument/2006/relationships/slideLayout" Target="/ppt/slideLayouts/slideLayout6.xml" Id="Ra6e10f5edabd45a9" /><Relationship Type="http://schemas.openxmlformats.org/officeDocument/2006/relationships/slideLayout" Target="/ppt/slideLayouts/slideLayout7.xml" Id="Ra8f72871e1d94994" /><Relationship Type="http://schemas.openxmlformats.org/officeDocument/2006/relationships/slideLayout" Target="/ppt/slideLayouts/slideLayout8.xml" Id="R8618c030265045e2" /><Relationship Type="http://schemas.openxmlformats.org/officeDocument/2006/relationships/slideLayout" Target="/ppt/slideLayouts/slideLayout9.xml" Id="R068ce9c9517a4890" /><Relationship Type="http://schemas.openxmlformats.org/officeDocument/2006/relationships/slideLayout" Target="/ppt/slideLayouts/slideLayout10.xml" Id="R4a2f974cad9146a4" /><Relationship Type="http://schemas.openxmlformats.org/officeDocument/2006/relationships/slideLayout" Target="/ppt/slideLayouts/slideLayout11.xml" Id="R51c06f074d9a412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8">
            <a:extLst xmlns:a="http://schemas.openxmlformats.org/drawingml/2006/main">
              <a:ext uri="{FF2B5EF4-FFF2-40B4-BE49-F238E27FC236}">
                <a16:creationId xmlns:a16="http://schemas.microsoft.com/office/drawing/2014/main" id="{1E3D200A-0DF7-4B57-900B-F45648DCA73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8">
            <a:extLst xmlns:a="http://schemas.openxmlformats.org/drawingml/2006/main">
              <a:ext uri="{FF2B5EF4-FFF2-40B4-BE49-F238E27FC236}">
                <a16:creationId xmlns:a16="http://schemas.microsoft.com/office/drawing/2014/main" id="{1DDF5BAC-8BCF-49C2-A093-678B17FD21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8" name="Google Shape;8;p8">
            <a:extLst xmlns:a="http://schemas.openxmlformats.org/drawingml/2006/main">
              <a:ext uri="{FF2B5EF4-FFF2-40B4-BE49-F238E27FC236}">
                <a16:creationId xmlns:a16="http://schemas.microsoft.com/office/drawing/2014/main" id="{693EC7C7-9109-470F-9458-B6B60179360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9" name="Google Shape;9;p8">
            <a:extLst xmlns:a="http://schemas.openxmlformats.org/drawingml/2006/main">
              <a:ext uri="{FF2B5EF4-FFF2-40B4-BE49-F238E27FC236}">
                <a16:creationId xmlns:a16="http://schemas.microsoft.com/office/drawing/2014/main" id="{D0CE0C79-9E0B-40EF-B9FA-542CEA9D7FC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0" name="Google Shape;10;p8">
            <a:extLst xmlns:a="http://schemas.openxmlformats.org/drawingml/2006/main">
              <a:ext uri="{FF2B5EF4-FFF2-40B4-BE49-F238E27FC236}">
                <a16:creationId xmlns:a16="http://schemas.microsoft.com/office/drawing/2014/main" id="{61C16EE3-88E0-4725-9A33-4E4002FE942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e598330e56644a4"/>
    <p:sldLayoutId xmlns:r="http://schemas.openxmlformats.org/officeDocument/2006/relationships" id="2147483650" r:id="R670f34a6d140470f"/>
    <p:sldLayoutId xmlns:r="http://schemas.openxmlformats.org/officeDocument/2006/relationships" id="2147483651" r:id="Rfccf7035505c4954"/>
    <p:sldLayoutId xmlns:r="http://schemas.openxmlformats.org/officeDocument/2006/relationships" id="2147483652" r:id="R79f5fde0ea2e4690"/>
    <p:sldLayoutId xmlns:r="http://schemas.openxmlformats.org/officeDocument/2006/relationships" id="2147483653" r:id="Re693d2c01407479c"/>
    <p:sldLayoutId xmlns:r="http://schemas.openxmlformats.org/officeDocument/2006/relationships" id="2147483654" r:id="Ra6e10f5edabd45a9"/>
    <p:sldLayoutId xmlns:r="http://schemas.openxmlformats.org/officeDocument/2006/relationships" id="2147483655" r:id="Ra8f72871e1d94994"/>
    <p:sldLayoutId xmlns:r="http://schemas.openxmlformats.org/officeDocument/2006/relationships" id="2147483656" r:id="R8618c030265045e2"/>
    <p:sldLayoutId xmlns:r="http://schemas.openxmlformats.org/officeDocument/2006/relationships" id="2147483657" r:id="R068ce9c9517a4890"/>
    <p:sldLayoutId xmlns:r="http://schemas.openxmlformats.org/officeDocument/2006/relationships" id="2147483658" r:id="R4a2f974cad9146a4"/>
    <p:sldLayoutId xmlns:r="http://schemas.openxmlformats.org/officeDocument/2006/relationships" id="2147483659" r:id="R51c06f074d9a412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e79554822e479b" /><Relationship Type="http://schemas.openxmlformats.org/officeDocument/2006/relationships/image" Target="/ppt/media/image.jpeg" Id="Rbbaedc9ec2a34459" /><Relationship Type="http://schemas.openxmlformats.org/officeDocument/2006/relationships/image" Target="/ppt/media/image.png" Id="R3714f62f46d6414b" /><Relationship Type="http://schemas.openxmlformats.org/officeDocument/2006/relationships/image" Target="/ppt/media/image2.png" Id="R8fce5463378e4aa5" /><Relationship Type="http://schemas.openxmlformats.org/officeDocument/2006/relationships/image" Target="/ppt/media/image3.png" Id="Rc53db311470c4d40" /><Relationship Type="http://schemas.openxmlformats.org/officeDocument/2006/relationships/image" Target="/ppt/media/image4.png" Id="R80f7fe0dda244247" /><Relationship Type="http://schemas.openxmlformats.org/officeDocument/2006/relationships/image" Target="/ppt/media/image5.png" Id="R790f694f952c4210" /><Relationship Type="http://schemas.openxmlformats.org/officeDocument/2006/relationships/image" Target="/ppt/media/image6.png" Id="R21f983fbf66a4047" /><Relationship Type="http://schemas.openxmlformats.org/officeDocument/2006/relationships/image" Target="/ppt/media/image7.png" Id="R63616da81ad74865" /><Relationship Type="http://schemas.openxmlformats.org/officeDocument/2006/relationships/image" Target="/ppt/media/image8.png" Id="Re61461f876ec4e73" /><Relationship Type="http://schemas.openxmlformats.org/officeDocument/2006/relationships/image" Target="/ppt/media/image9.png" Id="R712877bc90064a8c" /><Relationship Type="http://schemas.openxmlformats.org/officeDocument/2006/relationships/image" Target="/ppt/media/image10.png" Id="Rae3f97f1eecd49b0" /><Relationship Type="http://schemas.openxmlformats.org/officeDocument/2006/relationships/image" Target="/ppt/media/image11.png" Id="Rcf4e21108a064ab6" /><Relationship Type="http://schemas.openxmlformats.org/officeDocument/2006/relationships/image" Target="/ppt/media/image12.png" Id="Rd3ae8a782ef5468b" /><Relationship Type="http://schemas.openxmlformats.org/officeDocument/2006/relationships/notesSlide" Target="/ppt/notesSlides/notesSlide1.xml" Id="R35c67d4128eb43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61004e0dfe4b63" /><Relationship Type="http://schemas.openxmlformats.org/officeDocument/2006/relationships/image" Target="/ppt/media/image.jpeg" Id="R02b182eec09e4f1f" /><Relationship Type="http://schemas.openxmlformats.org/officeDocument/2006/relationships/image" Target="/ppt/media/image.png" Id="R5b89494ba83149d4" /><Relationship Type="http://schemas.openxmlformats.org/officeDocument/2006/relationships/notesSlide" Target="/ppt/notesSlides/notesSlide2.xml" Id="Ra2e5901b8a394a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01674300354a22" /><Relationship Type="http://schemas.openxmlformats.org/officeDocument/2006/relationships/image" Target="/ppt/media/image.jpeg" Id="R14fdb780be984f8d" /><Relationship Type="http://schemas.openxmlformats.org/officeDocument/2006/relationships/image" Target="/ppt/media/image.png" Id="R0b53c3bf2fe3453d" /><Relationship Type="http://schemas.openxmlformats.org/officeDocument/2006/relationships/notesSlide" Target="/ppt/notesSlides/notesSlide3.xml" Id="R9f54748d9b32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c4fa55353b41c1" /><Relationship Type="http://schemas.openxmlformats.org/officeDocument/2006/relationships/image" Target="/ppt/media/image.jpeg" Id="R8bdf15ee66e24f49" /><Relationship Type="http://schemas.openxmlformats.org/officeDocument/2006/relationships/image" Target="/ppt/media/image.png" Id="R1bacc0e8957a4576" /><Relationship Type="http://schemas.openxmlformats.org/officeDocument/2006/relationships/notesSlide" Target="/ppt/notesSlides/notesSlide4.xml" Id="R3588b919de9c45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2055b9aa7740b4" /><Relationship Type="http://schemas.openxmlformats.org/officeDocument/2006/relationships/image" Target="/ppt/media/image.jpeg" Id="R2b00e70982b14cff" /><Relationship Type="http://schemas.openxmlformats.org/officeDocument/2006/relationships/image" Target="/ppt/media/image.png" Id="R0a61130df5a34b14" /><Relationship Type="http://schemas.openxmlformats.org/officeDocument/2006/relationships/notesSlide" Target="/ppt/notesSlides/notesSlide5.xml" Id="R1ffb9b2962914c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ad8af577994cc7" /><Relationship Type="http://schemas.openxmlformats.org/officeDocument/2006/relationships/image" Target="/ppt/media/image.jpeg" Id="R145bd4fc7d9e40ea" /><Relationship Type="http://schemas.openxmlformats.org/officeDocument/2006/relationships/image" Target="/ppt/media/image.png" Id="Rf7c7630ce68442a7" /><Relationship Type="http://schemas.openxmlformats.org/officeDocument/2006/relationships/image" Target="/ppt/media/image13.png" Id="R3b1e5ce050734109" /><Relationship Type="http://schemas.openxmlformats.org/officeDocument/2006/relationships/notesSlide" Target="/ppt/notesSlides/notesSlide6.xml" Id="R5e003056c9c749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7dd8750ff741a7" /><Relationship Type="http://schemas.openxmlformats.org/officeDocument/2006/relationships/image" Target="/ppt/media/image.jpeg" Id="R4e1571426bfe4cf3" /><Relationship Type="http://schemas.openxmlformats.org/officeDocument/2006/relationships/image" Target="/ppt/media/image.png" Id="Rf439a2e6877c4d64" /><Relationship Type="http://schemas.openxmlformats.org/officeDocument/2006/relationships/notesSlide" Target="/ppt/notesSlides/notesSlide7.xml" Id="R39cdd6387efb40f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4" name="Google Shape;84;p1">
            <a:extLst xmlns:a="http://schemas.openxmlformats.org/drawingml/2006/main">
              <a:ext uri="{FF2B5EF4-FFF2-40B4-BE49-F238E27FC236}">
                <a16:creationId xmlns:a16="http://schemas.microsoft.com/office/drawing/2014/main" id="{3A51F15A-639D-4585-AC22-9DC45E3703D8}"/>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bbaedc9ec2a34459">
              <a:alphaModFix/>
            </a:blip>
            <a:stretch>
              <a:fillRect l="-7180" t="-19076" r="-3000" b="-11427"/>
            </a:stretch>
          </a:blipFill>
          <a:ln xmlns:a="http://schemas.openxmlformats.org/drawingml/2006/main">
            <a:noFill/>
          </a:ln>
        </p:spPr>
      </p:sp>
      <p:sp>
        <p:nvSpPr>
          <p:cNvPr id="85" name="Google Shape;85;p1">
            <a:extLst xmlns:a="http://schemas.openxmlformats.org/drawingml/2006/main">
              <a:ext uri="{FF2B5EF4-FFF2-40B4-BE49-F238E27FC236}">
                <a16:creationId xmlns:a16="http://schemas.microsoft.com/office/drawing/2014/main" id="{5CCFB1CB-BCA8-4BEF-B465-D401DA89D49E}"/>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3714f62f46d6414b">
              <a:alphaModFix/>
            </a:blip>
            <a:stretch>
              <a:fillRect l="0" t="0" r="0" b="0"/>
            </a:stretch>
          </a:blipFill>
          <a:ln xmlns:a="http://schemas.openxmlformats.org/drawingml/2006/main">
            <a:noFill/>
          </a:ln>
        </p:spPr>
      </p:sp>
      <p:sp>
        <p:nvSpPr>
          <p:cNvPr id="86" name="Google Shape;86;p1">
            <a:extLst xmlns:a="http://schemas.openxmlformats.org/drawingml/2006/main">
              <a:ext uri="{FF2B5EF4-FFF2-40B4-BE49-F238E27FC236}">
                <a16:creationId xmlns:a16="http://schemas.microsoft.com/office/drawing/2014/main" id="{710745A7-B1AE-46FB-BA3D-8C4513112DBC}"/>
              </a:ext>
            </a:extLst>
          </p:cNvPr>
          <p:cNvSpPr>
            <a:spLocks xmlns:a="http://schemas.openxmlformats.org/drawingml/2006/main" noGrp="1"/>
          </p:cNvSpPr>
          <p:nvPr/>
        </p:nvSpPr>
        <p:spPr>
          <a:xfrm xmlns:a="http://schemas.openxmlformats.org/drawingml/2006/main">
            <a:off x="1274325" y="307375"/>
            <a:ext cx="14692810" cy="1101598"/>
          </a:xfrm>
          <a:custGeom xmlns:a="http://schemas.openxmlformats.org/drawingml/2006/main">
            <a:rect l="l" t="t" r="r" b="b"/>
            <a:pathLst>
              <a:path w="14127702" h="1101598">
                <a:moveTo>
                  <a:pt x="0" y="0"/>
                </a:moveTo>
                <a:lnTo>
                  <a:pt x="14127702" y="0"/>
                </a:lnTo>
                <a:lnTo>
                  <a:pt x="14127702" y="1101598"/>
                </a:lnTo>
                <a:lnTo>
                  <a:pt x="0" y="1101598"/>
                </a:lnTo>
                <a:lnTo>
                  <a:pt x="0" y="0"/>
                </a:lnTo>
                <a:close/>
              </a:path>
            </a:pathLst>
          </a:custGeom>
          <a:blipFill xmlns:a="http://schemas.openxmlformats.org/drawingml/2006/main" rotWithShape="1">
            <a:blip xmlns:r="http://schemas.openxmlformats.org/officeDocument/2006/relationships" r:embed="R8fce5463378e4aa5">
              <a:alphaModFix/>
            </a:blip>
            <a:stretch>
              <a:fillRect l="-953" t="-10072" r="-12923" b="-10072"/>
            </a:stretch>
          </a:blipFill>
          <a:ln xmlns:a="http://schemas.openxmlformats.org/drawingml/2006/main">
            <a:noFill/>
          </a:ln>
        </p:spPr>
      </p:sp>
      <p:sp>
        <p:nvSpPr>
          <p:cNvPr id="87" name="Google Shape;87;p1">
            <a:extLst xmlns:a="http://schemas.openxmlformats.org/drawingml/2006/main">
              <a:ext uri="{FF2B5EF4-FFF2-40B4-BE49-F238E27FC236}">
                <a16:creationId xmlns:a16="http://schemas.microsoft.com/office/drawing/2014/main" id="{4A90DDB5-B886-4465-A7EB-A7D46E1BF6E0}"/>
              </a:ext>
            </a:extLst>
          </p:cNvPr>
          <p:cNvSpPr>
            <a:spLocks xmlns:a="http://schemas.openxmlformats.org/drawingml/2006/main" noGrp="1"/>
          </p:cNvSpPr>
          <p:nvPr/>
        </p:nvSpPr>
        <p:spPr>
          <a:xfrm xmlns:a="http://schemas.openxmlformats.org/drawingml/2006/main">
            <a:off x="1591320" y="362859"/>
            <a:ext cx="610238" cy="832142"/>
          </a:xfrm>
          <a:custGeom xmlns:a="http://schemas.openxmlformats.org/drawingml/2006/main">
            <a:rect l="l" t="t" r="r" b="b"/>
            <a:pathLst>
              <a:path w="610238" h="832142">
                <a:moveTo>
                  <a:pt x="0" y="0"/>
                </a:moveTo>
                <a:lnTo>
                  <a:pt x="610237" y="0"/>
                </a:lnTo>
                <a:lnTo>
                  <a:pt x="610237" y="832142"/>
                </a:lnTo>
                <a:lnTo>
                  <a:pt x="0" y="832142"/>
                </a:lnTo>
                <a:lnTo>
                  <a:pt x="0" y="0"/>
                </a:lnTo>
                <a:close/>
              </a:path>
            </a:pathLst>
          </a:custGeom>
          <a:blipFill xmlns:a="http://schemas.openxmlformats.org/drawingml/2006/main" rotWithShape="1">
            <a:blip xmlns:r="http://schemas.openxmlformats.org/officeDocument/2006/relationships" r:embed="Rc53db311470c4d40">
              <a:alphaModFix/>
            </a:blip>
            <a:stretch>
              <a:fillRect l="0" t="0" r="0" b="0"/>
            </a:stretch>
          </a:blipFill>
          <a:ln xmlns:a="http://schemas.openxmlformats.org/drawingml/2006/main">
            <a:noFill/>
          </a:ln>
        </p:spPr>
      </p:sp>
      <p:sp>
        <p:nvSpPr>
          <p:cNvPr id="88" name="Google Shape;88;p1">
            <a:extLst xmlns:a="http://schemas.openxmlformats.org/drawingml/2006/main">
              <a:ext uri="{FF2B5EF4-FFF2-40B4-BE49-F238E27FC236}">
                <a16:creationId xmlns:a16="http://schemas.microsoft.com/office/drawing/2014/main" id="{26FCA27A-A156-4B61-B0FE-46D6FF570B86}"/>
              </a:ext>
            </a:extLst>
          </p:cNvPr>
          <p:cNvSpPr>
            <a:spLocks xmlns:a="http://schemas.openxmlformats.org/drawingml/2006/main" noGrp="1"/>
          </p:cNvSpPr>
          <p:nvPr/>
        </p:nvSpPr>
        <p:spPr>
          <a:xfrm xmlns:a="http://schemas.openxmlformats.org/drawingml/2006/main">
            <a:off x="4415789" y="372692"/>
            <a:ext cx="901250" cy="901250"/>
          </a:xfrm>
          <a:custGeom xmlns:a="http://schemas.openxmlformats.org/drawingml/2006/main">
            <a:rect l="l" t="t" r="r" b="b"/>
            <a:pathLst>
              <a:path w="901250" h="901250">
                <a:moveTo>
                  <a:pt x="0" y="0"/>
                </a:moveTo>
                <a:lnTo>
                  <a:pt x="901249" y="0"/>
                </a:lnTo>
                <a:lnTo>
                  <a:pt x="901249" y="901249"/>
                </a:lnTo>
                <a:lnTo>
                  <a:pt x="0" y="901249"/>
                </a:lnTo>
                <a:lnTo>
                  <a:pt x="0" y="0"/>
                </a:lnTo>
                <a:close/>
              </a:path>
            </a:pathLst>
          </a:custGeom>
          <a:blipFill xmlns:a="http://schemas.openxmlformats.org/drawingml/2006/main" rotWithShape="1">
            <a:blip xmlns:r="http://schemas.openxmlformats.org/officeDocument/2006/relationships" r:embed="R80f7fe0dda244247">
              <a:alphaModFix/>
            </a:blip>
            <a:stretch>
              <a:fillRect l="0" t="0" r="0" b="0"/>
            </a:stretch>
          </a:blipFill>
          <a:ln xmlns:a="http://schemas.openxmlformats.org/drawingml/2006/main">
            <a:noFill/>
          </a:ln>
        </p:spPr>
      </p:sp>
      <p:sp>
        <p:nvSpPr>
          <p:cNvPr id="89" name="Google Shape;89;p1">
            <a:extLst xmlns:a="http://schemas.openxmlformats.org/drawingml/2006/main">
              <a:ext uri="{FF2B5EF4-FFF2-40B4-BE49-F238E27FC236}">
                <a16:creationId xmlns:a16="http://schemas.microsoft.com/office/drawing/2014/main" id="{B99D8FAB-430C-418D-8C29-6938E42AD0AC}"/>
              </a:ext>
            </a:extLst>
          </p:cNvPr>
          <p:cNvSpPr>
            <a:spLocks xmlns:a="http://schemas.openxmlformats.org/drawingml/2006/main" noGrp="1"/>
          </p:cNvSpPr>
          <p:nvPr/>
        </p:nvSpPr>
        <p:spPr>
          <a:xfrm xmlns:a="http://schemas.openxmlformats.org/drawingml/2006/main">
            <a:off x="13628758" y="488306"/>
            <a:ext cx="1172861" cy="616220"/>
          </a:xfrm>
          <a:custGeom xmlns:a="http://schemas.openxmlformats.org/drawingml/2006/main">
            <a:rect l="l" t="t" r="r" b="b"/>
            <a:pathLst>
              <a:path w="1172861" h="616220">
                <a:moveTo>
                  <a:pt x="0" y="0"/>
                </a:moveTo>
                <a:lnTo>
                  <a:pt x="1172860" y="0"/>
                </a:lnTo>
                <a:lnTo>
                  <a:pt x="1172860" y="616220"/>
                </a:lnTo>
                <a:lnTo>
                  <a:pt x="0" y="616220"/>
                </a:lnTo>
                <a:lnTo>
                  <a:pt x="0" y="0"/>
                </a:lnTo>
                <a:close/>
              </a:path>
            </a:pathLst>
          </a:custGeom>
          <a:blipFill xmlns:a="http://schemas.openxmlformats.org/drawingml/2006/main" rotWithShape="1">
            <a:blip xmlns:r="http://schemas.openxmlformats.org/officeDocument/2006/relationships" r:embed="R790f694f952c4210">
              <a:alphaModFix/>
            </a:blip>
            <a:stretch>
              <a:fillRect l="0" t="0" r="0" b="0"/>
            </a:stretch>
          </a:blipFill>
          <a:ln xmlns:a="http://schemas.openxmlformats.org/drawingml/2006/main">
            <a:noFill/>
          </a:ln>
        </p:spPr>
      </p:sp>
      <p:sp>
        <p:nvSpPr>
          <p:cNvPr id="90" name="Google Shape;90;p1">
            <a:extLst xmlns:a="http://schemas.openxmlformats.org/drawingml/2006/main">
              <a:ext uri="{FF2B5EF4-FFF2-40B4-BE49-F238E27FC236}">
                <a16:creationId xmlns:a16="http://schemas.microsoft.com/office/drawing/2014/main" id="{52DE5ED2-1AD0-4179-85EB-817FE8ED4BF7}"/>
              </a:ext>
            </a:extLst>
          </p:cNvPr>
          <p:cNvSpPr>
            <a:spLocks xmlns:a="http://schemas.openxmlformats.org/drawingml/2006/main" noGrp="1"/>
          </p:cNvSpPr>
          <p:nvPr/>
        </p:nvSpPr>
        <p:spPr>
          <a:xfrm xmlns:a="http://schemas.openxmlformats.org/drawingml/2006/main">
            <a:off x="5926638" y="538306"/>
            <a:ext cx="1721890" cy="626142"/>
          </a:xfrm>
          <a:custGeom xmlns:a="http://schemas.openxmlformats.org/drawingml/2006/main">
            <a:rect l="l" t="t" r="r" b="b"/>
            <a:pathLst>
              <a:path w="1721890" h="626142">
                <a:moveTo>
                  <a:pt x="0" y="0"/>
                </a:moveTo>
                <a:lnTo>
                  <a:pt x="1721890" y="0"/>
                </a:lnTo>
                <a:lnTo>
                  <a:pt x="1721890" y="626142"/>
                </a:lnTo>
                <a:lnTo>
                  <a:pt x="0" y="626142"/>
                </a:lnTo>
                <a:lnTo>
                  <a:pt x="0" y="0"/>
                </a:lnTo>
                <a:close/>
              </a:path>
            </a:pathLst>
          </a:custGeom>
          <a:blipFill xmlns:a="http://schemas.openxmlformats.org/drawingml/2006/main" rotWithShape="1">
            <a:blip xmlns:r="http://schemas.openxmlformats.org/officeDocument/2006/relationships" r:embed="R21f983fbf66a4047">
              <a:alphaModFix/>
            </a:blip>
            <a:stretch>
              <a:fillRect l="-72694" t="-170790" r="-73660" b="-156816"/>
            </a:stretch>
          </a:blipFill>
          <a:ln xmlns:a="http://schemas.openxmlformats.org/drawingml/2006/main">
            <a:noFill/>
          </a:ln>
        </p:spPr>
      </p:sp>
      <p:sp>
        <p:nvSpPr>
          <p:cNvPr id="91" name="Google Shape;91;p1">
            <a:extLst xmlns:a="http://schemas.openxmlformats.org/drawingml/2006/main">
              <a:ext uri="{FF2B5EF4-FFF2-40B4-BE49-F238E27FC236}">
                <a16:creationId xmlns:a16="http://schemas.microsoft.com/office/drawing/2014/main" id="{FE8EBACC-916D-47B0-9B4F-FE8282CC6B38}"/>
              </a:ext>
            </a:extLst>
          </p:cNvPr>
          <p:cNvSpPr>
            <a:spLocks xmlns:a="http://schemas.openxmlformats.org/drawingml/2006/main" noGrp="1"/>
          </p:cNvSpPr>
          <p:nvPr/>
        </p:nvSpPr>
        <p:spPr>
          <a:xfrm xmlns:a="http://schemas.openxmlformats.org/drawingml/2006/main">
            <a:off x="8258128" y="488306"/>
            <a:ext cx="1474047" cy="670021"/>
          </a:xfrm>
          <a:custGeom xmlns:a="http://schemas.openxmlformats.org/drawingml/2006/main">
            <a:rect l="l" t="t" r="r" b="b"/>
            <a:pathLst>
              <a:path w="1474047" h="670021">
                <a:moveTo>
                  <a:pt x="0" y="0"/>
                </a:moveTo>
                <a:lnTo>
                  <a:pt x="1474047" y="0"/>
                </a:lnTo>
                <a:lnTo>
                  <a:pt x="1474047" y="670021"/>
                </a:lnTo>
                <a:lnTo>
                  <a:pt x="0" y="670021"/>
                </a:lnTo>
                <a:lnTo>
                  <a:pt x="0" y="0"/>
                </a:lnTo>
                <a:close/>
              </a:path>
            </a:pathLst>
          </a:custGeom>
          <a:blipFill xmlns:a="http://schemas.openxmlformats.org/drawingml/2006/main" rotWithShape="1">
            <a:blip xmlns:r="http://schemas.openxmlformats.org/officeDocument/2006/relationships" r:embed="R63616da81ad74865">
              <a:alphaModFix/>
            </a:blip>
            <a:stretch>
              <a:fillRect l="-16057" t="-88646" r="-11397" b="-91756"/>
            </a:stretch>
          </a:blipFill>
          <a:ln xmlns:a="http://schemas.openxmlformats.org/drawingml/2006/main">
            <a:noFill/>
          </a:ln>
        </p:spPr>
      </p:sp>
      <p:sp>
        <p:nvSpPr>
          <p:cNvPr id="92" name="Google Shape;92;p1">
            <a:extLst xmlns:a="http://schemas.openxmlformats.org/drawingml/2006/main">
              <a:ext uri="{FF2B5EF4-FFF2-40B4-BE49-F238E27FC236}">
                <a16:creationId xmlns:a16="http://schemas.microsoft.com/office/drawing/2014/main" id="{625AE751-5518-482A-B3F0-E6DD79BEED48}"/>
              </a:ext>
            </a:extLst>
          </p:cNvPr>
          <p:cNvSpPr>
            <a:spLocks xmlns:a="http://schemas.openxmlformats.org/drawingml/2006/main" noGrp="1"/>
          </p:cNvSpPr>
          <p:nvPr/>
        </p:nvSpPr>
        <p:spPr>
          <a:xfrm xmlns:a="http://schemas.openxmlformats.org/drawingml/2006/main">
            <a:off x="10341775" y="488306"/>
            <a:ext cx="2677383" cy="585678"/>
          </a:xfrm>
          <a:custGeom xmlns:a="http://schemas.openxmlformats.org/drawingml/2006/main">
            <a:rect l="l" t="t" r="r" b="b"/>
            <a:pathLst>
              <a:path w="2677383" h="585678">
                <a:moveTo>
                  <a:pt x="0" y="0"/>
                </a:moveTo>
                <a:lnTo>
                  <a:pt x="2677383" y="0"/>
                </a:lnTo>
                <a:lnTo>
                  <a:pt x="2677383" y="585677"/>
                </a:lnTo>
                <a:lnTo>
                  <a:pt x="0" y="585677"/>
                </a:lnTo>
                <a:lnTo>
                  <a:pt x="0" y="0"/>
                </a:lnTo>
                <a:close/>
              </a:path>
            </a:pathLst>
          </a:custGeom>
          <a:blipFill xmlns:a="http://schemas.openxmlformats.org/drawingml/2006/main" rotWithShape="1">
            <a:blip xmlns:r="http://schemas.openxmlformats.org/officeDocument/2006/relationships" r:embed="Re61461f876ec4e73">
              <a:alphaModFix/>
            </a:blip>
            <a:stretch>
              <a:fillRect l="0" t="0" r="0" b="0"/>
            </a:stretch>
          </a:blipFill>
          <a:ln xmlns:a="http://schemas.openxmlformats.org/drawingml/2006/main">
            <a:noFill/>
          </a:ln>
        </p:spPr>
      </p:sp>
      <p:sp>
        <p:nvSpPr>
          <p:cNvPr id="93" name="Google Shape;93;p1">
            <a:extLst xmlns:a="http://schemas.openxmlformats.org/drawingml/2006/main">
              <a:ext uri="{FF2B5EF4-FFF2-40B4-BE49-F238E27FC236}">
                <a16:creationId xmlns:a16="http://schemas.microsoft.com/office/drawing/2014/main" id="{7F2FDEFD-9010-44AE-9205-31BFD13228F4}"/>
              </a:ext>
            </a:extLst>
          </p:cNvPr>
          <p:cNvSpPr>
            <a:spLocks xmlns:a="http://schemas.openxmlformats.org/drawingml/2006/main" noGrp="1"/>
          </p:cNvSpPr>
          <p:nvPr/>
        </p:nvSpPr>
        <p:spPr>
          <a:xfrm xmlns:a="http://schemas.openxmlformats.org/drawingml/2006/main">
            <a:off x="2149315" y="481156"/>
            <a:ext cx="1655535" cy="4613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9984"/>
              </a:lnSpc>
              <a:spcBef>
                <a:spcPts val="0"/>
              </a:spcBef>
              <a:spcAft>
                <a:spcPts val="0"/>
              </a:spcAft>
              <a:buNone/>
            </a:pPr>
            <a:r>
              <a:rPr sz="2652" b="0" i="0" u="none" cap="none">
                <a:solidFill>
                  <a:srgbClr val="000000"/>
                </a:solidFill>
                <a:latin typeface="Times"/>
                <a:ea typeface="Times"/>
                <a:cs typeface="Times"/>
              </a:rPr>
              <a:t>MANIPAL</a:t>
            </a:r>
            <a:endParaRPr/>
          </a:p>
        </p:txBody>
      </p:sp>
      <p:sp>
        <p:nvSpPr>
          <p:cNvPr id="94" name="Google Shape;94;p1">
            <a:extLst xmlns:a="http://schemas.openxmlformats.org/drawingml/2006/main">
              <a:ext uri="{FF2B5EF4-FFF2-40B4-BE49-F238E27FC236}">
                <a16:creationId xmlns:a16="http://schemas.microsoft.com/office/drawing/2014/main" id="{9AED0116-41B8-4A60-9545-9260A3EF5085}"/>
              </a:ext>
            </a:extLst>
          </p:cNvPr>
          <p:cNvSpPr>
            <a:spLocks xmlns:a="http://schemas.openxmlformats.org/drawingml/2006/main" noGrp="1"/>
          </p:cNvSpPr>
          <p:nvPr/>
        </p:nvSpPr>
        <p:spPr>
          <a:xfrm xmlns:a="http://schemas.openxmlformats.org/drawingml/2006/main">
            <a:off x="2149315" y="833903"/>
            <a:ext cx="1655535" cy="3024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1" indent="0" algn="l">
              <a:lnSpc>
                <a:spcPct val="140097"/>
              </a:lnSpc>
              <a:spcBef>
                <a:spcPts val="0"/>
              </a:spcBef>
              <a:spcAft>
                <a:spcPts val="0"/>
              </a:spcAft>
              <a:buNone/>
            </a:pPr>
            <a:r>
              <a:rPr sz="823" b="0" i="0" u="none" cap="none">
                <a:solidFill>
                  <a:srgbClr val="000000"/>
                </a:solidFill>
                <a:latin typeface="Times"/>
                <a:ea typeface="Times"/>
                <a:cs typeface="Times"/>
              </a:rPr>
              <a:t>ACADEMY OF HIGHER EDUCATION</a:t>
            </a:r>
            <a:endParaRPr/>
          </a:p>
        </p:txBody>
      </p:sp>
      <p:sp>
        <p:nvSpPr>
          <p:cNvPr id="95" name="Google Shape;95;p1">
            <a:extLst xmlns:a="http://schemas.openxmlformats.org/drawingml/2006/main">
              <a:ext uri="{FF2B5EF4-FFF2-40B4-BE49-F238E27FC236}">
                <a16:creationId xmlns:a16="http://schemas.microsoft.com/office/drawing/2014/main" id="{5A9C6B77-3D26-41AF-ABE1-168E63C1A2C4}"/>
              </a:ext>
            </a:extLst>
          </p:cNvPr>
          <p:cNvSpPr>
            <a:spLocks xmlns:a="http://schemas.openxmlformats.org/drawingml/2006/main" noGrp="1"/>
          </p:cNvSpPr>
          <p:nvPr/>
        </p:nvSpPr>
        <p:spPr>
          <a:xfrm xmlns:a="http://schemas.openxmlformats.org/drawingml/2006/main">
            <a:off x="2149315" y="1098287"/>
            <a:ext cx="1655535" cy="1326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1" indent="0" algn="l">
              <a:lnSpc>
                <a:spcPct val="140092"/>
              </a:lnSpc>
              <a:spcBef>
                <a:spcPts val="0"/>
              </a:spcBef>
              <a:spcAft>
                <a:spcPts val="0"/>
              </a:spcAft>
              <a:buNone/>
            </a:pPr>
            <a:r>
              <a:rPr sz="646" b="0" i="1" u="none" cap="none">
                <a:solidFill>
                  <a:srgbClr val="000000"/>
                </a:solidFill>
                <a:latin typeface="Times"/>
                <a:ea typeface="Times"/>
                <a:cs typeface="Times"/>
              </a:rPr>
              <a:t>Institution of Embrace Diamant in the University</a:t>
            </a:r>
            <a:endParaRPr/>
          </a:p>
        </p:txBody>
      </p:sp>
      <p:sp>
        <p:nvSpPr>
          <p:cNvPr id="96" name="Google Shape;96;p1">
            <a:extLst xmlns:a="http://schemas.openxmlformats.org/drawingml/2006/main">
              <a:ext uri="{FF2B5EF4-FFF2-40B4-BE49-F238E27FC236}">
                <a16:creationId xmlns:a16="http://schemas.microsoft.com/office/drawing/2014/main" id="{AD65C182-9E14-49A5-BF3A-F8817761571A}"/>
              </a:ext>
            </a:extLst>
          </p:cNvPr>
          <p:cNvSpPr>
            <a:spLocks xmlns:a="http://schemas.openxmlformats.org/drawingml/2006/main" noGrp="1"/>
          </p:cNvSpPr>
          <p:nvPr/>
        </p:nvSpPr>
        <p:spPr>
          <a:xfrm xmlns:a="http://schemas.openxmlformats.org/drawingml/2006/main">
            <a:off x="12144375" y="3869391"/>
            <a:ext cx="6143625" cy="6417609"/>
          </a:xfrm>
          <a:custGeom xmlns:a="http://schemas.openxmlformats.org/drawingml/2006/main">
            <a:rect l="l" t="t" r="r" b="b"/>
            <a:pathLst>
              <a:path w="6143625" h="6417609">
                <a:moveTo>
                  <a:pt x="0" y="0"/>
                </a:moveTo>
                <a:lnTo>
                  <a:pt x="6143625" y="0"/>
                </a:lnTo>
                <a:lnTo>
                  <a:pt x="6143625" y="6417609"/>
                </a:lnTo>
                <a:lnTo>
                  <a:pt x="0" y="6417609"/>
                </a:lnTo>
                <a:lnTo>
                  <a:pt x="0" y="0"/>
                </a:lnTo>
                <a:close/>
              </a:path>
            </a:pathLst>
          </a:custGeom>
          <a:blipFill xmlns:a="http://schemas.openxmlformats.org/drawingml/2006/main" rotWithShape="1">
            <a:blip xmlns:r="http://schemas.openxmlformats.org/officeDocument/2006/relationships" r:embed="R712877bc90064a8c">
              <a:alphaModFix/>
            </a:blip>
            <a:stretch>
              <a:fillRect l="0" t="0" r="0" b="-4932"/>
            </a:stretch>
          </a:blipFill>
          <a:ln xmlns:a="http://schemas.openxmlformats.org/drawingml/2006/main">
            <a:noFill/>
          </a:ln>
        </p:spPr>
      </p:sp>
      <p:sp>
        <p:nvSpPr>
          <p:cNvPr id="98" name="Google Shape;98;p1">
            <a:extLst xmlns:a="http://schemas.openxmlformats.org/drawingml/2006/main">
              <a:ext uri="{FF2B5EF4-FFF2-40B4-BE49-F238E27FC236}">
                <a16:creationId xmlns:a16="http://schemas.microsoft.com/office/drawing/2014/main" id="{3B74C454-C840-4DB1-8887-22B972ADB6D5}"/>
              </a:ext>
            </a:extLst>
          </p:cNvPr>
          <p:cNvSpPr>
            <a:spLocks xmlns:a="http://schemas.openxmlformats.org/drawingml/2006/main" noGrp="1"/>
          </p:cNvSpPr>
          <p:nvPr/>
        </p:nvSpPr>
        <p:spPr>
          <a:xfrm xmlns:a="http://schemas.openxmlformats.org/drawingml/2006/main" rot="0" flipH="0" flipV="0">
            <a:off x="1333500" y="1657350"/>
            <a:ext cx="7715250" cy="3011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2"/>
              </a:lnSpc>
              <a:spcBef>
                <a:spcPts val="0"/>
              </a:spcBef>
              <a:spcAft>
                <a:spcPts val="0"/>
              </a:spcAft>
              <a:buNone/>
              <a:defRPr sz="15150" b="1">
                <a:solidFill>
                  <a:srgbClr val="5DE0E6"/>
                </a:solidFill>
                <a:latin typeface="Times"/>
                <a:ea typeface="Times"/>
                <a:cs typeface="Times"/>
              </a:defRPr>
            </a:pPr>
            <a:r>
              <a:rPr sz="15150" b="1" i="0" u="none" cap="none">
                <a:solidFill>
                  <a:srgbClr val="5DE0E6"/>
                </a:solidFill>
                <a:latin typeface="Times"/>
                <a:ea typeface="Times"/>
                <a:cs typeface="Times"/>
              </a:rPr>
              <a:t>VAANI</a:t>
            </a:r>
            <a:endParaRPr/>
          </a:p>
        </p:txBody>
      </p:sp>
      <p:sp>
        <p:nvSpPr>
          <p:cNvPr id="111" name="Google Shape;111;p1">
            <a:extLst xmlns:a="http://schemas.openxmlformats.org/drawingml/2006/main">
              <a:ext uri="{FF2B5EF4-FFF2-40B4-BE49-F238E27FC236}">
                <a16:creationId xmlns:a16="http://schemas.microsoft.com/office/drawing/2014/main" id="{CF484476-BD1B-4AF1-A935-D9979F189E87}"/>
              </a:ext>
            </a:extLst>
          </p:cNvPr>
          <p:cNvSpPr>
            <a:spLocks xmlns:a="http://schemas.openxmlformats.org/drawingml/2006/main" noGrp="1"/>
          </p:cNvSpPr>
          <p:nvPr/>
        </p:nvSpPr>
        <p:spPr>
          <a:xfrm xmlns:a="http://schemas.openxmlformats.org/drawingml/2006/main" rot="0" flipH="0" flipV="0">
            <a:off x="1166813" y="8715375"/>
            <a:ext cx="14049375" cy="1085850"/>
          </a:xfrm>
          <a:custGeom xmlns:a="http://schemas.openxmlformats.org/drawingml/2006/main">
            <a:rect l="l" t="t" r="r" b="b"/>
            <a:pathLst>
              <a:path w="18732500" h="1447800">
                <a:moveTo>
                  <a:pt x="0" y="0"/>
                </a:moveTo>
                <a:lnTo>
                  <a:pt x="18732500" y="0"/>
                </a:lnTo>
                <a:lnTo>
                  <a:pt x="18732500" y="1447800"/>
                </a:lnTo>
                <a:lnTo>
                  <a:pt x="0" y="1447800"/>
                </a:lnTo>
                <a:lnTo>
                  <a:pt x="0" y="0"/>
                </a:lnTo>
                <a:close/>
              </a:path>
            </a:pathLst>
          </a:custGeom>
          <a:blipFill xmlns:a="http://schemas.openxmlformats.org/drawingml/2006/main" rotWithShape="1">
            <a:blip xmlns:r="http://schemas.openxmlformats.org/officeDocument/2006/relationships" r:embed="Rae3f97f1eecd49b0">
              <a:alphaModFix/>
            </a:blip>
            <a:stretch>
              <a:fillRect l="-542" t="-9649" r="-1084" b="-18422"/>
            </a:stretch>
          </a:blipFill>
          <a:ln xmlns:a="http://schemas.openxmlformats.org/drawingml/2006/main">
            <a:noFill/>
          </a:ln>
        </p:spPr>
      </p:sp>
      <p:sp>
        <p:nvSpPr>
          <p:cNvPr id="112" name="Google Shape;112;p1">
            <a:extLst xmlns:a="http://schemas.openxmlformats.org/drawingml/2006/main">
              <a:ext uri="{FF2B5EF4-FFF2-40B4-BE49-F238E27FC236}">
                <a16:creationId xmlns:a16="http://schemas.microsoft.com/office/drawing/2014/main" id="{D0AB0CDD-6EBE-4A03-9B69-BB087A38FA03}"/>
              </a:ext>
            </a:extLst>
          </p:cNvPr>
          <p:cNvSpPr>
            <a:spLocks xmlns:a="http://schemas.openxmlformats.org/drawingml/2006/main" noGrp="1"/>
          </p:cNvSpPr>
          <p:nvPr/>
        </p:nvSpPr>
        <p:spPr>
          <a:xfrm xmlns:a="http://schemas.openxmlformats.org/drawingml/2006/main" rot="0" flipH="0" flipV="0">
            <a:off x="9362699" y="9075467"/>
            <a:ext cx="1972428" cy="431851"/>
          </a:xfrm>
          <a:custGeom xmlns:a="http://schemas.openxmlformats.org/drawingml/2006/main">
            <a:rect l="l" t="t" r="r" b="b"/>
            <a:pathLst>
              <a:path w="2629904" h="575802">
                <a:moveTo>
                  <a:pt x="0" y="0"/>
                </a:moveTo>
                <a:lnTo>
                  <a:pt x="2629904" y="0"/>
                </a:lnTo>
                <a:lnTo>
                  <a:pt x="2629904" y="575802"/>
                </a:lnTo>
                <a:lnTo>
                  <a:pt x="0" y="575802"/>
                </a:lnTo>
                <a:lnTo>
                  <a:pt x="0" y="0"/>
                </a:lnTo>
                <a:close/>
              </a:path>
            </a:pathLst>
          </a:custGeom>
          <a:blipFill xmlns:a="http://schemas.openxmlformats.org/drawingml/2006/main" rotWithShape="1">
            <a:blip xmlns:r="http://schemas.openxmlformats.org/officeDocument/2006/relationships" r:embed="Rcf4e21108a064ab6">
              <a:alphaModFix/>
            </a:blip>
            <a:stretch>
              <a:fillRect l="0" t="0" r="0" b="0"/>
            </a:stretch>
          </a:blipFill>
          <a:ln xmlns:a="http://schemas.openxmlformats.org/drawingml/2006/main">
            <a:noFill/>
          </a:ln>
        </p:spPr>
      </p:sp>
      <p:sp>
        <p:nvSpPr>
          <p:cNvPr id="113" name="Google Shape;113;p1">
            <a:extLst xmlns:a="http://schemas.openxmlformats.org/drawingml/2006/main">
              <a:ext uri="{FF2B5EF4-FFF2-40B4-BE49-F238E27FC236}">
                <a16:creationId xmlns:a16="http://schemas.microsoft.com/office/drawing/2014/main" id="{7F6BC997-E0BD-4663-8D78-381840119302}"/>
              </a:ext>
            </a:extLst>
          </p:cNvPr>
          <p:cNvSpPr>
            <a:spLocks xmlns:a="http://schemas.openxmlformats.org/drawingml/2006/main" noGrp="1"/>
          </p:cNvSpPr>
          <p:nvPr/>
        </p:nvSpPr>
        <p:spPr>
          <a:xfrm xmlns:a="http://schemas.openxmlformats.org/drawingml/2006/main" rot="0" flipH="0" flipV="0">
            <a:off x="1962150" y="8839200"/>
            <a:ext cx="1905000" cy="6403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54"/>
              </a:lnSpc>
              <a:spcBef>
                <a:spcPts val="0"/>
              </a:spcBef>
              <a:spcAft>
                <a:spcPts val="0"/>
              </a:spcAft>
              <a:buNone/>
              <a:defRPr sz="3000" b="1">
                <a:solidFill>
                  <a:srgbClr val="FFFFFF"/>
                </a:solidFill>
                <a:latin typeface="Arial"/>
                <a:ea typeface="Arial"/>
                <a:cs typeface="Arial"/>
              </a:defRPr>
            </a:pPr>
            <a:r>
              <a:rPr sz="3000" b="1" i="0" u="none" cap="none">
                <a:solidFill>
                  <a:srgbClr val="FFFFFF"/>
                </a:solidFill>
                <a:latin typeface="Arial"/>
                <a:ea typeface="Arial"/>
                <a:cs typeface="Arial"/>
              </a:rPr>
              <a:t>AIForge</a:t>
            </a:r>
            <a:endParaRPr/>
          </a:p>
        </p:txBody>
      </p:sp>
      <p:sp>
        <p:nvSpPr>
          <p:cNvPr id="114" name="Google Shape;114;p1">
            <a:extLst xmlns:a="http://schemas.openxmlformats.org/drawingml/2006/main">
              <a:ext uri="{FF2B5EF4-FFF2-40B4-BE49-F238E27FC236}">
                <a16:creationId xmlns:a16="http://schemas.microsoft.com/office/drawing/2014/main" id="{AC00B7D0-271D-486A-9A7D-3A969FA45F87}"/>
              </a:ext>
            </a:extLst>
          </p:cNvPr>
          <p:cNvSpPr>
            <a:spLocks xmlns:a="http://schemas.openxmlformats.org/drawingml/2006/main" noGrp="1"/>
          </p:cNvSpPr>
          <p:nvPr/>
        </p:nvSpPr>
        <p:spPr>
          <a:xfrm xmlns:a="http://schemas.openxmlformats.org/drawingml/2006/main" rot="0" flipH="0" flipV="0">
            <a:off x="4905375" y="8867775"/>
            <a:ext cx="3905250" cy="62189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60026"/>
              </a:lnSpc>
              <a:spcBef>
                <a:spcPts val="0"/>
              </a:spcBef>
              <a:spcAft>
                <a:spcPts val="0"/>
              </a:spcAft>
              <a:buNone/>
              <a:defRPr sz="2550" b="1">
                <a:solidFill>
                  <a:srgbClr val="FFFFFF"/>
                </a:solidFill>
                <a:latin typeface="Arial"/>
                <a:ea typeface="Arial"/>
                <a:cs typeface="Arial"/>
              </a:defRPr>
            </a:pPr>
            <a:r>
              <a:rPr sz="2550" b="1" i="0" u="none" cap="none">
                <a:solidFill>
                  <a:srgbClr val="FFFFFF"/>
                </a:solidFill>
                <a:latin typeface="Arial"/>
                <a:ea typeface="Arial"/>
                <a:cs typeface="Arial"/>
              </a:rPr>
              <a:t>HackSprint 2026</a:t>
            </a:r>
            <a:endParaRPr/>
          </a:p>
        </p:txBody>
      </p:sp>
      <p:sp>
        <p:nvSpPr>
          <p:cNvPr id="115" name="Google Shape;115;p1">
            <a:extLst xmlns:a="http://schemas.openxmlformats.org/drawingml/2006/main">
              <a:ext uri="{FF2B5EF4-FFF2-40B4-BE49-F238E27FC236}">
                <a16:creationId xmlns:a16="http://schemas.microsoft.com/office/drawing/2014/main" id="{20816C75-DCB3-4299-A1C6-5A02EBC1FC25}"/>
              </a:ext>
            </a:extLst>
          </p:cNvPr>
          <p:cNvSpPr>
            <a:spLocks xmlns:a="http://schemas.openxmlformats.org/drawingml/2006/main" noGrp="1"/>
          </p:cNvSpPr>
          <p:nvPr/>
        </p:nvSpPr>
        <p:spPr>
          <a:xfrm xmlns:a="http://schemas.openxmlformats.org/drawingml/2006/main" rot="0" flipH="0" flipV="0">
            <a:off x="10488822" y="8812989"/>
            <a:ext cx="1604787"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20000"/>
              </a:lnSpc>
              <a:spcBef>
                <a:spcPts val="0"/>
              </a:spcBef>
              <a:spcAft>
                <a:spcPts val="0"/>
              </a:spcAft>
              <a:buNone/>
            </a:pPr>
            <a:r>
              <a:rPr sz="1450" b="1" i="0" u="none" cap="none">
                <a:solidFill>
                  <a:srgbClr val="FFFFFF"/>
                </a:solidFill>
                <a:latin typeface="Playfair Display SemiBold"/>
                <a:ea typeface="Playfair Display SemiBold"/>
                <a:cs typeface="Playfair Display SemiBold"/>
              </a:rPr>
              <a:t>ORGANIZED BY:</a:t>
            </a:r>
            <a:endParaRPr/>
          </a:p>
        </p:txBody>
      </p:sp>
      <p:sp>
        <p:nvSpPr>
          <p:cNvPr id="116" name="Google Shape;116;p1">
            <a:extLst xmlns:a="http://schemas.openxmlformats.org/drawingml/2006/main">
              <a:ext uri="{FF2B5EF4-FFF2-40B4-BE49-F238E27FC236}">
                <a16:creationId xmlns:a16="http://schemas.microsoft.com/office/drawing/2014/main" id="{44211550-3AF8-41A9-A085-68E834DA642E}"/>
              </a:ext>
            </a:extLst>
          </p:cNvPr>
          <p:cNvSpPr>
            <a:spLocks xmlns:a="http://schemas.openxmlformats.org/drawingml/2006/main" noGrp="1"/>
          </p:cNvSpPr>
          <p:nvPr/>
        </p:nvSpPr>
        <p:spPr>
          <a:xfrm xmlns:a="http://schemas.openxmlformats.org/drawingml/2006/main" rot="0" flipH="0" flipV="0">
            <a:off x="12043268" y="8889546"/>
            <a:ext cx="540839" cy="737508"/>
          </a:xfrm>
          <a:custGeom xmlns:a="http://schemas.openxmlformats.org/drawingml/2006/main">
            <a:rect l="l" t="t" r="r" b="b"/>
            <a:pathLst>
              <a:path w="721119" h="983344">
                <a:moveTo>
                  <a:pt x="0" y="0"/>
                </a:moveTo>
                <a:lnTo>
                  <a:pt x="721119" y="0"/>
                </a:lnTo>
                <a:lnTo>
                  <a:pt x="721119" y="983344"/>
                </a:lnTo>
                <a:lnTo>
                  <a:pt x="0" y="983344"/>
                </a:lnTo>
                <a:lnTo>
                  <a:pt x="0" y="0"/>
                </a:lnTo>
                <a:close/>
              </a:path>
            </a:pathLst>
          </a:custGeom>
          <a:blipFill xmlns:a="http://schemas.openxmlformats.org/drawingml/2006/main" rotWithShape="1">
            <a:blip xmlns:r="http://schemas.openxmlformats.org/officeDocument/2006/relationships" r:embed="Rc53db311470c4d40">
              <a:alphaModFix/>
            </a:blip>
            <a:stretch>
              <a:fillRect l="0" t="0" r="0" b="0"/>
            </a:stretch>
          </a:blipFill>
          <a:ln xmlns:a="http://schemas.openxmlformats.org/drawingml/2006/main">
            <a:noFill/>
          </a:ln>
        </p:spPr>
      </p:sp>
      <p:sp>
        <p:nvSpPr>
          <p:cNvPr id="117" name="Google Shape;117;p1">
            <a:extLst xmlns:a="http://schemas.openxmlformats.org/drawingml/2006/main">
              <a:ext uri="{FF2B5EF4-FFF2-40B4-BE49-F238E27FC236}">
                <a16:creationId xmlns:a16="http://schemas.microsoft.com/office/drawing/2014/main" id="{619650B5-FC8C-455D-AB1E-4FEC439A02F8}"/>
              </a:ext>
            </a:extLst>
          </p:cNvPr>
          <p:cNvSpPr>
            <a:spLocks xmlns:a="http://schemas.openxmlformats.org/drawingml/2006/main" noGrp="1"/>
          </p:cNvSpPr>
          <p:nvPr/>
        </p:nvSpPr>
        <p:spPr>
          <a:xfrm xmlns:a="http://schemas.openxmlformats.org/drawingml/2006/main" rot="0" flipH="0" flipV="0">
            <a:off x="12510690" y="9067125"/>
            <a:ext cx="945434"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20013"/>
              </a:lnSpc>
              <a:spcBef>
                <a:spcPts val="0"/>
              </a:spcBef>
              <a:spcAft>
                <a:spcPts val="0"/>
              </a:spcAft>
              <a:buNone/>
            </a:pPr>
            <a:r>
              <a:rPr sz="1514" b="0" i="0" u="none" cap="none">
                <a:solidFill>
                  <a:srgbClr val="FFFFFF"/>
                </a:solidFill>
                <a:latin typeface="Times"/>
                <a:ea typeface="Times"/>
                <a:cs typeface="Times"/>
              </a:rPr>
              <a:t>MANIPAL</a:t>
            </a:r>
            <a:endParaRPr/>
          </a:p>
        </p:txBody>
      </p:sp>
      <p:sp>
        <p:nvSpPr>
          <p:cNvPr id="118" name="Google Shape;118;p1">
            <a:extLst xmlns:a="http://schemas.openxmlformats.org/drawingml/2006/main">
              <a:ext uri="{FF2B5EF4-FFF2-40B4-BE49-F238E27FC236}">
                <a16:creationId xmlns:a16="http://schemas.microsoft.com/office/drawing/2014/main" id="{E6345431-6AE9-40F7-87FD-4B8A6FBDEB15}"/>
              </a:ext>
            </a:extLst>
          </p:cNvPr>
          <p:cNvSpPr>
            <a:spLocks xmlns:a="http://schemas.openxmlformats.org/drawingml/2006/main" noGrp="1"/>
          </p:cNvSpPr>
          <p:nvPr/>
        </p:nvSpPr>
        <p:spPr>
          <a:xfrm xmlns:a="http://schemas.openxmlformats.org/drawingml/2006/main" rot="0" flipH="0" flipV="0">
            <a:off x="12510690" y="9287528"/>
            <a:ext cx="1467261" cy="250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1" indent="0" algn="l">
              <a:lnSpc>
                <a:spcPct val="140054"/>
              </a:lnSpc>
              <a:spcBef>
                <a:spcPts val="0"/>
              </a:spcBef>
              <a:spcAft>
                <a:spcPts val="0"/>
              </a:spcAft>
              <a:buNone/>
            </a:pPr>
            <a:r>
              <a:rPr sz="729" b="0" i="0" u="none" cap="none">
                <a:solidFill>
                  <a:srgbClr val="FFFFFF"/>
                </a:solidFill>
                <a:latin typeface="Times"/>
                <a:ea typeface="Times"/>
                <a:cs typeface="Times"/>
              </a:rPr>
              <a:t>ACADEMY OF HIGHER EDUCATION</a:t>
            </a:r>
            <a:endParaRPr/>
          </a:p>
        </p:txBody>
      </p:sp>
      <p:sp>
        <p:nvSpPr>
          <p:cNvPr id="119" name="Google Shape;119;p1">
            <a:extLst xmlns:a="http://schemas.openxmlformats.org/drawingml/2006/main">
              <a:ext uri="{FF2B5EF4-FFF2-40B4-BE49-F238E27FC236}">
                <a16:creationId xmlns:a16="http://schemas.microsoft.com/office/drawing/2014/main" id="{E1EED988-4758-43C1-8888-862D0F2C7C1E}"/>
              </a:ext>
            </a:extLst>
          </p:cNvPr>
          <p:cNvSpPr>
            <a:spLocks xmlns:a="http://schemas.openxmlformats.org/drawingml/2006/main" noGrp="1"/>
          </p:cNvSpPr>
          <p:nvPr/>
        </p:nvSpPr>
        <p:spPr>
          <a:xfrm xmlns:a="http://schemas.openxmlformats.org/drawingml/2006/main" rot="0" flipH="0" flipV="0">
            <a:off x="12510690" y="9521846"/>
            <a:ext cx="1467261" cy="1039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1" indent="0" algn="l">
              <a:lnSpc>
                <a:spcPct val="139965"/>
              </a:lnSpc>
              <a:spcBef>
                <a:spcPts val="0"/>
              </a:spcBef>
              <a:spcAft>
                <a:spcPts val="0"/>
              </a:spcAft>
              <a:buNone/>
            </a:pPr>
            <a:r>
              <a:rPr sz="573" b="0" i="1" u="none" cap="none">
                <a:solidFill>
                  <a:srgbClr val="FFFFFF"/>
                </a:solidFill>
                <a:latin typeface="Times"/>
                <a:ea typeface="Times"/>
                <a:cs typeface="Times"/>
              </a:rPr>
              <a:t>Institution of Embrace Diamant in the University</a:t>
            </a:r>
            <a:endParaRPr/>
          </a:p>
        </p:txBody>
      </p:sp>
      <p:sp>
        <p:nvSpPr>
          <p:cNvPr id="120" name="Google Shape;120;p1">
            <a:extLst xmlns:a="http://schemas.openxmlformats.org/drawingml/2006/main">
              <a:ext uri="{FF2B5EF4-FFF2-40B4-BE49-F238E27FC236}">
                <a16:creationId xmlns:a16="http://schemas.microsoft.com/office/drawing/2014/main" id="{3AC34593-7004-4C6D-B85F-A0A4A408C81A}"/>
              </a:ext>
            </a:extLst>
          </p:cNvPr>
          <p:cNvSpPr>
            <a:spLocks xmlns:a="http://schemas.openxmlformats.org/drawingml/2006/main" noGrp="1"/>
          </p:cNvSpPr>
          <p:nvPr/>
        </p:nvSpPr>
        <p:spPr>
          <a:xfrm xmlns:a="http://schemas.openxmlformats.org/drawingml/2006/main">
            <a:off x="1381125" y="7791450"/>
            <a:ext cx="10572750" cy="790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23"/>
              </a:lnSpc>
              <a:spcBef>
                <a:spcPts val="0"/>
              </a:spcBef>
              <a:spcAft>
                <a:spcPts val="0"/>
              </a:spcAft>
              <a:buNone/>
              <a:defRPr sz="2250" b="0">
                <a:solidFill>
                  <a:srgbClr val="193C4C"/>
                </a:solidFill>
                <a:latin typeface="Arial"/>
                <a:ea typeface="Arial"/>
                <a:cs typeface="Arial"/>
              </a:defRPr>
            </a:pPr>
            <a:r>
              <a:rPr sz="2250" b="0" i="0" u="none" cap="none">
                <a:solidFill>
                  <a:srgbClr val="193C4C"/>
                </a:solidFill>
                <a:latin typeface="Arial"/>
                <a:ea typeface="Arial"/>
                <a:cs typeface="Arial"/>
              </a:rPr>
              <a:t>Speak your requirements. Get a verified BRD and a working app.</a:t>
            </a:r>
            <a:endParaRPr/>
          </a:p>
          <a:p xmlns:a="http://schemas.openxmlformats.org/drawingml/2006/main">
            <a:pPr marL="0" marR="0" lvl="0" indent="0" algn="l">
              <a:lnSpc>
                <a:spcPct val="91247"/>
              </a:lnSpc>
              <a:spcBef>
                <a:spcPts val="0"/>
              </a:spcBef>
              <a:spcAft>
                <a:spcPts val="0"/>
              </a:spcAft>
              <a:buNone/>
              <a:defRPr sz="2250" b="0">
                <a:solidFill>
                  <a:srgbClr val="193C4C"/>
                </a:solidFill>
                <a:latin typeface="Arial"/>
                <a:ea typeface="Arial"/>
                <a:cs typeface="Arial"/>
              </a:defRPr>
            </a:pPr>
            <a:r>
              <a:rPr sz="2250" b="0">
                <a:solidFill>
                  <a:srgbClr val="193C4C"/>
                </a:solidFill>
                <a:latin typeface="Arial"/>
                <a:ea typeface="Arial"/>
                <a:cs typeface="Arial"/>
              </a:rPr>
              <a:t>Sarvam AI · PS41   /   Track 4 · BRD Generation Agent</a:t>
            </a:r>
            <a:endParaRPr sz="2502" b="1" i="0" u="none" cap="none">
              <a:solidFill>
                <a:srgbClr val="000000"/>
              </a:solidFill>
              <a:latin typeface="Playfair Display SemiBold"/>
              <a:ea typeface="Playfair Display SemiBold"/>
              <a:cs typeface="Playfair Display SemiBold"/>
            </a:endParaRPr>
          </a:p>
        </p:txBody>
      </p:sp>
      <p:sp>
        <p:nvSpPr>
          <p:cNvPr id="121" name="Vaani in Devanagari">
            <a:extLst xmlns:a="http://schemas.openxmlformats.org/drawingml/2006/main">
              <a:ext uri="{FF2B5EF4-FFF2-40B4-BE49-F238E27FC236}">
                <a16:creationId xmlns:a16="http://schemas.microsoft.com/office/drawing/2014/main" id="{3FC63352-AC69-4F94-B1B2-6DBC73A97BCA}"/>
              </a:ext>
            </a:extLst>
          </p:cNvPr>
          <p:cNvSpPr>
            <a:spLocks xmlns:a="http://schemas.openxmlformats.org/drawingml/2006/main" noGrp="1"/>
          </p:cNvSpPr>
          <p:nvPr/>
        </p:nvSpPr>
        <p:spPr>
          <a:xfrm xmlns:a="http://schemas.openxmlformats.org/drawingml/2006/main">
            <a:off x="8096250" y="2638425"/>
            <a:ext cx="285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0">
                <a:solidFill>
                  <a:srgbClr val="193C4C"/>
                </a:solidFill>
                <a:latin typeface="Nirmala UI"/>
                <a:ea typeface="Nirmala UI"/>
                <a:cs typeface="Nirmala UI"/>
              </a:defRPr>
            </a:pPr>
            <a:r>
              <a:rPr sz="7500" b="0">
                <a:solidFill>
                  <a:srgbClr val="193C4C"/>
                </a:solidFill>
                <a:latin typeface="Nirmala UI"/>
                <a:ea typeface="Nirmala UI"/>
                <a:cs typeface="Nirmala UI"/>
              </a:rPr>
              <a:t>वाणी</a:t>
            </a:r>
          </a:p>
        </p:txBody>
      </p:sp>
      <p:sp>
        <p:nvSpPr>
          <p:cNvPr id="122" name="Positioning">
            <a:extLst xmlns:a="http://schemas.openxmlformats.org/drawingml/2006/main">
              <a:ext uri="{FF2B5EF4-FFF2-40B4-BE49-F238E27FC236}">
                <a16:creationId xmlns:a16="http://schemas.microsoft.com/office/drawing/2014/main" id="{C74DBD5A-07CA-46C3-9CD0-4993F0428243}"/>
              </a:ext>
            </a:extLst>
          </p:cNvPr>
          <p:cNvSpPr>
            <a:spLocks xmlns:a="http://schemas.openxmlformats.org/drawingml/2006/main" noGrp="1"/>
          </p:cNvSpPr>
          <p:nvPr/>
        </p:nvSpPr>
        <p:spPr>
          <a:xfrm xmlns:a="http://schemas.openxmlformats.org/drawingml/2006/main">
            <a:off x="1381125" y="44386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93C4C"/>
                </a:solidFill>
                <a:latin typeface="Arial"/>
                <a:ea typeface="Arial"/>
                <a:cs typeface="Arial"/>
              </a:defRPr>
            </a:pPr>
            <a:r>
              <a:rPr sz="3825" b="1">
                <a:solidFill>
                  <a:srgbClr val="193C4C"/>
                </a:solidFill>
                <a:latin typeface="Arial"/>
                <a:ea typeface="Arial"/>
                <a:cs typeface="Arial"/>
              </a:rPr>
              <a:t>The voice-first BRD agent for India’s business owners</a:t>
            </a:r>
          </a:p>
        </p:txBody>
      </p:sp>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d3ae8a782ef5468b"/>
          <a:stretch xmlns:a="http://schemas.openxmlformats.org/drawingml/2006/main"/>
        </p:blipFill>
        <p:spPr>
          <a:xfrm xmlns:a="http://schemas.openxmlformats.org/drawingml/2006/main">
            <a:off x="2736424" y="5219700"/>
            <a:ext cx="7290652" cy="2571750"/>
          </a:xfrm>
          <a:prstGeom xmlns:a="http://schemas.openxmlformats.org/drawingml/2006/main" prst="rect">
            <a:avLst/>
          </a:prstGeom>
        </p:spPr>
      </p:pic>
    </p:spTree>
    <p:extLst>
      <p:ext uri="{BB962C8B-B14F-4D97-AF65-F5344CB8AC3E}">
        <p14:creationId xmlns:p14="http://schemas.microsoft.com/office/powerpoint/2010/main" val="16704930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2">
            <a:extLst xmlns:a="http://schemas.openxmlformats.org/drawingml/2006/main">
              <a:ext uri="{FF2B5EF4-FFF2-40B4-BE49-F238E27FC236}">
                <a16:creationId xmlns:a16="http://schemas.microsoft.com/office/drawing/2014/main" id="{6BDB44FC-C69C-457C-926B-C814BC584542}"/>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02b182eec09e4f1f">
              <a:alphaModFix/>
            </a:blip>
            <a:stretch>
              <a:fillRect l="-7180" t="-19076" r="-3000" b="-11427"/>
            </a:stretch>
          </a:blipFill>
          <a:ln xmlns:a="http://schemas.openxmlformats.org/drawingml/2006/main">
            <a:noFill/>
          </a:ln>
        </p:spPr>
      </p:sp>
      <p:sp>
        <p:nvSpPr>
          <p:cNvPr id="126" name="Google Shape;126;p2">
            <a:extLst xmlns:a="http://schemas.openxmlformats.org/drawingml/2006/main">
              <a:ext uri="{FF2B5EF4-FFF2-40B4-BE49-F238E27FC236}">
                <a16:creationId xmlns:a16="http://schemas.microsoft.com/office/drawing/2014/main" id="{7DF0B0E5-2949-43C5-B048-970546C83B34}"/>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5b89494ba83149d4">
              <a:alphaModFix/>
            </a:blip>
            <a:stretch>
              <a:fillRect l="0" t="0" r="0" b="0"/>
            </a:stretch>
          </a:blipFill>
          <a:ln xmlns:a="http://schemas.openxmlformats.org/drawingml/2006/main">
            <a:noFill/>
          </a:ln>
        </p:spPr>
      </p:sp>
      <p:sp>
        <p:nvSpPr>
          <p:cNvPr id="127" name="Google Shape;127;p2">
            <a:extLst xmlns:a="http://schemas.openxmlformats.org/drawingml/2006/main">
              <a:ext uri="{FF2B5EF4-FFF2-40B4-BE49-F238E27FC236}">
                <a16:creationId xmlns:a16="http://schemas.microsoft.com/office/drawing/2014/main" id="{C819E98E-8E9A-4233-9654-F123AF88745B}"/>
              </a:ext>
            </a:extLst>
          </p:cNvPr>
          <p:cNvSpPr>
            <a:spLocks xmlns:a="http://schemas.openxmlformats.org/drawingml/2006/main" noGrp="1"/>
          </p:cNvSpPr>
          <p:nvPr/>
        </p:nvSpPr>
        <p:spPr>
          <a:xfrm xmlns:a="http://schemas.openxmlformats.org/drawingml/2006/main">
            <a:off x="1028700" y="838200"/>
            <a:ext cx="16383000" cy="18246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93"/>
              </a:lnSpc>
              <a:spcBef>
                <a:spcPts val="0"/>
              </a:spcBef>
              <a:spcAft>
                <a:spcPts val="0"/>
              </a:spcAft>
              <a:buNone/>
              <a:defRPr sz="8250" b="0">
                <a:solidFill>
                  <a:srgbClr val="5DE0E6"/>
                </a:solidFill>
                <a:latin typeface="Times"/>
                <a:ea typeface="Times"/>
                <a:cs typeface="Times"/>
              </a:defRPr>
            </a:pPr>
            <a:r>
              <a:rPr sz="8250" b="0" i="0" u="none" cap="none">
                <a:solidFill>
                  <a:srgbClr val="5DE0E6"/>
                </a:solidFill>
                <a:latin typeface="Times"/>
                <a:ea typeface="Times"/>
                <a:cs typeface="Times"/>
              </a:rPr>
              <a:t>Solution</a:t>
            </a:r>
            <a:endParaRPr/>
          </a:p>
        </p:txBody>
      </p:sp>
      <p:sp>
        <p:nvSpPr>
          <p:cNvPr id="128" name="Core value">
            <a:extLst xmlns:a="http://schemas.openxmlformats.org/drawingml/2006/main">
              <a:ext uri="{FF2B5EF4-FFF2-40B4-BE49-F238E27FC236}">
                <a16:creationId xmlns:a16="http://schemas.microsoft.com/office/drawing/2014/main" id="{7A66646B-9318-475C-BF7B-5949B7955130}"/>
              </a:ext>
            </a:extLst>
          </p:cNvPr>
          <p:cNvSpPr>
            <a:spLocks xmlns:a="http://schemas.openxmlformats.org/drawingml/2006/main" noGrp="1"/>
          </p:cNvSpPr>
          <p:nvPr/>
        </p:nvSpPr>
        <p:spPr>
          <a:xfrm xmlns:a="http://schemas.openxmlformats.org/drawingml/2006/main">
            <a:off x="1047750" y="2667000"/>
            <a:ext cx="1571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93C4C"/>
                </a:solidFill>
                <a:latin typeface="Arial"/>
                <a:ea typeface="Arial"/>
                <a:cs typeface="Arial"/>
              </a:defRPr>
            </a:pPr>
            <a:r>
              <a:rPr sz="3600" b="1">
                <a:solidFill>
                  <a:srgbClr val="193C4C"/>
                </a:solidFill>
                <a:latin typeface="Arial"/>
                <a:ea typeface="Arial"/>
                <a:cs typeface="Arial"/>
              </a:rPr>
              <a:t>Requirements in the owner’s language, verified word by word</a:t>
            </a:r>
          </a:p>
        </p:txBody>
      </p:sp>
      <p:sp>
        <p:nvSpPr>
          <p:cNvPr id="129" name="Capability 1">
            <a:extLst xmlns:a="http://schemas.openxmlformats.org/drawingml/2006/main">
              <a:ext uri="{FF2B5EF4-FFF2-40B4-BE49-F238E27FC236}">
                <a16:creationId xmlns:a16="http://schemas.microsoft.com/office/drawing/2014/main" id="{ADDFBF07-8196-4420-ACEB-3C88AB29CAC6}"/>
              </a:ext>
            </a:extLst>
          </p:cNvPr>
          <p:cNvSpPr>
            <a:spLocks xmlns:a="http://schemas.openxmlformats.org/drawingml/2006/main" noGrp="1"/>
          </p:cNvSpPr>
          <p:nvPr/>
        </p:nvSpPr>
        <p:spPr>
          <a:xfrm xmlns:a="http://schemas.openxmlformats.org/drawingml/2006/main">
            <a:off x="1047750" y="39528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01</a:t>
            </a:r>
          </a:p>
        </p:txBody>
      </p:sp>
      <p:sp>
        <p:nvSpPr>
          <p:cNvPr id="130" name="Capability 1 title">
            <a:extLst xmlns:a="http://schemas.openxmlformats.org/drawingml/2006/main">
              <a:ext uri="{FF2B5EF4-FFF2-40B4-BE49-F238E27FC236}">
                <a16:creationId xmlns:a16="http://schemas.microsoft.com/office/drawing/2014/main" id="{097CC278-4C26-446F-AE0B-6282AE9BB7BC}"/>
              </a:ext>
            </a:extLst>
          </p:cNvPr>
          <p:cNvSpPr>
            <a:spLocks xmlns:a="http://schemas.openxmlformats.org/drawingml/2006/main" noGrp="1"/>
          </p:cNvSpPr>
          <p:nvPr/>
        </p:nvSpPr>
        <p:spPr>
          <a:xfrm xmlns:a="http://schemas.openxmlformats.org/drawingml/2006/main">
            <a:off x="2000250" y="39528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Speak your business</a:t>
            </a:r>
          </a:p>
        </p:txBody>
      </p:sp>
      <p:sp>
        <p:nvSpPr>
          <p:cNvPr id="131" name="Capability 1 body">
            <a:extLst xmlns:a="http://schemas.openxmlformats.org/drawingml/2006/main">
              <a:ext uri="{FF2B5EF4-FFF2-40B4-BE49-F238E27FC236}">
                <a16:creationId xmlns:a16="http://schemas.microsoft.com/office/drawing/2014/main" id="{36B5A0A6-780E-452D-8311-F55A80B35AD4}"/>
              </a:ext>
            </a:extLst>
          </p:cNvPr>
          <p:cNvSpPr>
            <a:spLocks xmlns:a="http://schemas.openxmlformats.org/drawingml/2006/main" noGrp="1"/>
          </p:cNvSpPr>
          <p:nvPr/>
        </p:nvSpPr>
        <p:spPr>
          <a:xfrm xmlns:a="http://schemas.openxmlformats.org/drawingml/2006/main">
            <a:off x="2000250" y="45529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Voice, typed notes or a pasted chat in Hindi, Kannada, Tamil, Telugu, Marathi, Bengali or English.</a:t>
            </a:r>
          </a:p>
        </p:txBody>
      </p:sp>
      <p:sp>
        <p:nvSpPr>
          <p:cNvPr id="132" name="Capability 2">
            <a:extLst xmlns:a="http://schemas.openxmlformats.org/drawingml/2006/main">
              <a:ext uri="{FF2B5EF4-FFF2-40B4-BE49-F238E27FC236}">
                <a16:creationId xmlns:a16="http://schemas.microsoft.com/office/drawing/2014/main" id="{7783CD6A-1B37-4328-B81C-F33762F5E747}"/>
              </a:ext>
            </a:extLst>
          </p:cNvPr>
          <p:cNvSpPr>
            <a:spLocks xmlns:a="http://schemas.openxmlformats.org/drawingml/2006/main" noGrp="1"/>
          </p:cNvSpPr>
          <p:nvPr/>
        </p:nvSpPr>
        <p:spPr>
          <a:xfrm xmlns:a="http://schemas.openxmlformats.org/drawingml/2006/main">
            <a:off x="9334500" y="39528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02</a:t>
            </a:r>
          </a:p>
        </p:txBody>
      </p:sp>
      <p:sp>
        <p:nvSpPr>
          <p:cNvPr id="133" name="Capability 2 title">
            <a:extLst xmlns:a="http://schemas.openxmlformats.org/drawingml/2006/main">
              <a:ext uri="{FF2B5EF4-FFF2-40B4-BE49-F238E27FC236}">
                <a16:creationId xmlns:a16="http://schemas.microsoft.com/office/drawing/2014/main" id="{8C366B4F-1D0A-4A41-9097-5B380F06EAA4}"/>
              </a:ext>
            </a:extLst>
          </p:cNvPr>
          <p:cNvSpPr>
            <a:spLocks xmlns:a="http://schemas.openxmlformats.org/drawingml/2006/main" noGrp="1"/>
          </p:cNvSpPr>
          <p:nvPr/>
        </p:nvSpPr>
        <p:spPr>
          <a:xfrm xmlns:a="http://schemas.openxmlformats.org/drawingml/2006/main">
            <a:off x="10287000" y="39528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Preserve the logic</a:t>
            </a:r>
          </a:p>
        </p:txBody>
      </p:sp>
      <p:sp>
        <p:nvSpPr>
          <p:cNvPr id="134" name="Capability 2 body">
            <a:extLst xmlns:a="http://schemas.openxmlformats.org/drawingml/2006/main">
              <a:ext uri="{FF2B5EF4-FFF2-40B4-BE49-F238E27FC236}">
                <a16:creationId xmlns:a16="http://schemas.microsoft.com/office/drawing/2014/main" id="{AEE7F683-9888-4376-871F-35F8BA494424}"/>
              </a:ext>
            </a:extLst>
          </p:cNvPr>
          <p:cNvSpPr>
            <a:spLocks xmlns:a="http://schemas.openxmlformats.org/drawingml/2006/main" noGrp="1"/>
          </p:cNvSpPr>
          <p:nvPr/>
        </p:nvSpPr>
        <p:spPr>
          <a:xfrm xmlns:a="http://schemas.openxmlformats.org/drawingml/2006/main">
            <a:off x="10287000" y="45529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Every requirement quotes the speaker verbatim; every number must have been spoken.</a:t>
            </a:r>
          </a:p>
        </p:txBody>
      </p:sp>
      <p:sp>
        <p:nvSpPr>
          <p:cNvPr id="135" name="Capability 3">
            <a:extLst xmlns:a="http://schemas.openxmlformats.org/drawingml/2006/main">
              <a:ext uri="{FF2B5EF4-FFF2-40B4-BE49-F238E27FC236}">
                <a16:creationId xmlns:a16="http://schemas.microsoft.com/office/drawing/2014/main" id="{8E09294B-5040-4FF0-BF78-6DCACCBEFD49}"/>
              </a:ext>
            </a:extLst>
          </p:cNvPr>
          <p:cNvSpPr>
            <a:spLocks xmlns:a="http://schemas.openxmlformats.org/drawingml/2006/main" noGrp="1"/>
          </p:cNvSpPr>
          <p:nvPr/>
        </p:nvSpPr>
        <p:spPr>
          <a:xfrm xmlns:a="http://schemas.openxmlformats.org/drawingml/2006/main">
            <a:off x="1047750" y="56673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03</a:t>
            </a:r>
          </a:p>
        </p:txBody>
      </p:sp>
      <p:sp>
        <p:nvSpPr>
          <p:cNvPr id="136" name="Capability 3 title">
            <a:extLst xmlns:a="http://schemas.openxmlformats.org/drawingml/2006/main">
              <a:ext uri="{FF2B5EF4-FFF2-40B4-BE49-F238E27FC236}">
                <a16:creationId xmlns:a16="http://schemas.microsoft.com/office/drawing/2014/main" id="{BD49DEB7-EB99-4C81-9A50-D70D772607EE}"/>
              </a:ext>
            </a:extLst>
          </p:cNvPr>
          <p:cNvSpPr>
            <a:spLocks xmlns:a="http://schemas.openxmlformats.org/drawingml/2006/main" noGrp="1"/>
          </p:cNvSpPr>
          <p:nvPr/>
        </p:nvSpPr>
        <p:spPr>
          <a:xfrm xmlns:a="http://schemas.openxmlformats.org/drawingml/2006/main">
            <a:off x="2000250" y="56673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The agent interviews</a:t>
            </a:r>
          </a:p>
        </p:txBody>
      </p:sp>
      <p:sp>
        <p:nvSpPr>
          <p:cNvPr id="137" name="Capability 3 body">
            <a:extLst xmlns:a="http://schemas.openxmlformats.org/drawingml/2006/main">
              <a:ext uri="{FF2B5EF4-FFF2-40B4-BE49-F238E27FC236}">
                <a16:creationId xmlns:a16="http://schemas.microsoft.com/office/drawing/2014/main" id="{049C302D-29D3-4261-9BD2-A9A3526D257C}"/>
              </a:ext>
            </a:extLst>
          </p:cNvPr>
          <p:cNvSpPr>
            <a:spLocks xmlns:a="http://schemas.openxmlformats.org/drawingml/2006/main" noGrp="1"/>
          </p:cNvSpPr>
          <p:nvPr/>
        </p:nvSpPr>
        <p:spPr>
          <a:xfrm xmlns:a="http://schemas.openxmlformats.org/drawingml/2006/main">
            <a:off x="2000250" y="62674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It checks the 8 things a BRD needs and asks for what is missing, aloud, in your language.</a:t>
            </a:r>
          </a:p>
        </p:txBody>
      </p:sp>
      <p:sp>
        <p:nvSpPr>
          <p:cNvPr id="138" name="Capability 4">
            <a:extLst xmlns:a="http://schemas.openxmlformats.org/drawingml/2006/main">
              <a:ext uri="{FF2B5EF4-FFF2-40B4-BE49-F238E27FC236}">
                <a16:creationId xmlns:a16="http://schemas.microsoft.com/office/drawing/2014/main" id="{E155E5C8-BE13-491D-BD2F-08580084A7DE}"/>
              </a:ext>
            </a:extLst>
          </p:cNvPr>
          <p:cNvSpPr>
            <a:spLocks xmlns:a="http://schemas.openxmlformats.org/drawingml/2006/main" noGrp="1"/>
          </p:cNvSpPr>
          <p:nvPr/>
        </p:nvSpPr>
        <p:spPr>
          <a:xfrm xmlns:a="http://schemas.openxmlformats.org/drawingml/2006/main">
            <a:off x="9334500" y="56673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04</a:t>
            </a:r>
          </a:p>
        </p:txBody>
      </p:sp>
      <p:sp>
        <p:nvSpPr>
          <p:cNvPr id="139" name="Capability 4 title">
            <a:extLst xmlns:a="http://schemas.openxmlformats.org/drawingml/2006/main">
              <a:ext uri="{FF2B5EF4-FFF2-40B4-BE49-F238E27FC236}">
                <a16:creationId xmlns:a16="http://schemas.microsoft.com/office/drawing/2014/main" id="{230DB716-D959-4AF5-B4F2-36F62CB66DD1}"/>
              </a:ext>
            </a:extLst>
          </p:cNvPr>
          <p:cNvSpPr>
            <a:spLocks xmlns:a="http://schemas.openxmlformats.org/drawingml/2006/main" noGrp="1"/>
          </p:cNvSpPr>
          <p:nvPr/>
        </p:nvSpPr>
        <p:spPr>
          <a:xfrm xmlns:a="http://schemas.openxmlformats.org/drawingml/2006/main">
            <a:off x="10287000" y="56673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Catch disagreements</a:t>
            </a:r>
          </a:p>
        </p:txBody>
      </p:sp>
      <p:sp>
        <p:nvSpPr>
          <p:cNvPr id="140" name="Capability 4 body">
            <a:extLst xmlns:a="http://schemas.openxmlformats.org/drawingml/2006/main">
              <a:ext uri="{FF2B5EF4-FFF2-40B4-BE49-F238E27FC236}">
                <a16:creationId xmlns:a16="http://schemas.microsoft.com/office/drawing/2014/main" id="{AF990649-3EEC-4E50-8AD4-FB4377D8FEFE}"/>
              </a:ext>
            </a:extLst>
          </p:cNvPr>
          <p:cNvSpPr>
            <a:spLocks xmlns:a="http://schemas.openxmlformats.org/drawingml/2006/main" noGrp="1"/>
          </p:cNvSpPr>
          <p:nvPr/>
        </p:nvSpPr>
        <p:spPr>
          <a:xfrm xmlns:a="http://schemas.openxmlformats.org/drawingml/2006/main">
            <a:off x="10287000" y="62674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Owner says 50 kg, manager says 100 kg: both voices side by side, one decision.</a:t>
            </a:r>
          </a:p>
        </p:txBody>
      </p:sp>
      <p:sp>
        <p:nvSpPr>
          <p:cNvPr id="141" name="Capability 5">
            <a:extLst xmlns:a="http://schemas.openxmlformats.org/drawingml/2006/main">
              <a:ext uri="{FF2B5EF4-FFF2-40B4-BE49-F238E27FC236}">
                <a16:creationId xmlns:a16="http://schemas.microsoft.com/office/drawing/2014/main" id="{FDEF5016-8782-416F-86DD-7A4D0024BE74}"/>
              </a:ext>
            </a:extLst>
          </p:cNvPr>
          <p:cNvSpPr>
            <a:spLocks xmlns:a="http://schemas.openxmlformats.org/drawingml/2006/main" noGrp="1"/>
          </p:cNvSpPr>
          <p:nvPr/>
        </p:nvSpPr>
        <p:spPr>
          <a:xfrm xmlns:a="http://schemas.openxmlformats.org/drawingml/2006/main">
            <a:off x="1047750" y="73818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05</a:t>
            </a:r>
          </a:p>
        </p:txBody>
      </p:sp>
      <p:sp>
        <p:nvSpPr>
          <p:cNvPr id="142" name="Capability 5 title">
            <a:extLst xmlns:a="http://schemas.openxmlformats.org/drawingml/2006/main">
              <a:ext uri="{FF2B5EF4-FFF2-40B4-BE49-F238E27FC236}">
                <a16:creationId xmlns:a16="http://schemas.microsoft.com/office/drawing/2014/main" id="{16AF80B9-405E-4BF4-9F5B-2ED02D9F40F6}"/>
              </a:ext>
            </a:extLst>
          </p:cNvPr>
          <p:cNvSpPr>
            <a:spLocks xmlns:a="http://schemas.openxmlformats.org/drawingml/2006/main" noGrp="1"/>
          </p:cNvSpPr>
          <p:nvPr/>
        </p:nvSpPr>
        <p:spPr>
          <a:xfrm xmlns:a="http://schemas.openxmlformats.org/drawingml/2006/main">
            <a:off x="2000250" y="73818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Approve with your voice</a:t>
            </a:r>
          </a:p>
        </p:txBody>
      </p:sp>
      <p:sp>
        <p:nvSpPr>
          <p:cNvPr id="143" name="Capability 5 body">
            <a:extLst xmlns:a="http://schemas.openxmlformats.org/drawingml/2006/main">
              <a:ext uri="{FF2B5EF4-FFF2-40B4-BE49-F238E27FC236}">
                <a16:creationId xmlns:a16="http://schemas.microsoft.com/office/drawing/2014/main" id="{FF6223CF-F4D0-49E9-B005-2B53BA2EC001}"/>
              </a:ext>
            </a:extLst>
          </p:cNvPr>
          <p:cNvSpPr>
            <a:spLocks xmlns:a="http://schemas.openxmlformats.org/drawingml/2006/main" noGrp="1"/>
          </p:cNvSpPr>
          <p:nvPr/>
        </p:nvSpPr>
        <p:spPr>
          <a:xfrm xmlns:a="http://schemas.openxmlformats.org/drawingml/2006/main">
            <a:off x="2000250" y="79819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Hear the original clip, hear the rule read back by Bulbul, then sign off.</a:t>
            </a:r>
          </a:p>
        </p:txBody>
      </p:sp>
      <p:sp>
        <p:nvSpPr>
          <p:cNvPr id="144" name="Capability 6">
            <a:extLst xmlns:a="http://schemas.openxmlformats.org/drawingml/2006/main">
              <a:ext uri="{FF2B5EF4-FFF2-40B4-BE49-F238E27FC236}">
                <a16:creationId xmlns:a16="http://schemas.microsoft.com/office/drawing/2014/main" id="{655B7757-3FB0-4BDC-97CB-7CC2BE0A6FC7}"/>
              </a:ext>
            </a:extLst>
          </p:cNvPr>
          <p:cNvSpPr>
            <a:spLocks xmlns:a="http://schemas.openxmlformats.org/drawingml/2006/main" noGrp="1"/>
          </p:cNvSpPr>
          <p:nvPr/>
        </p:nvSpPr>
        <p:spPr>
          <a:xfrm xmlns:a="http://schemas.openxmlformats.org/drawingml/2006/main">
            <a:off x="9334500" y="7381875"/>
            <a:ext cx="685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D84"/>
                </a:solidFill>
                <a:latin typeface="Arial"/>
                <a:ea typeface="Arial"/>
                <a:cs typeface="Arial"/>
              </a:defRPr>
            </a:pPr>
            <a:r>
              <a:rPr sz="3300" b="1">
                <a:solidFill>
                  <a:srgbClr val="007D84"/>
                </a:solidFill>
                <a:latin typeface="Arial"/>
                <a:ea typeface="Arial"/>
                <a:cs typeface="Arial"/>
              </a:rPr>
              <a:t>06</a:t>
            </a:r>
          </a:p>
        </p:txBody>
      </p:sp>
      <p:sp>
        <p:nvSpPr>
          <p:cNvPr id="145" name="Capability 6 title">
            <a:extLst xmlns:a="http://schemas.openxmlformats.org/drawingml/2006/main">
              <a:ext uri="{FF2B5EF4-FFF2-40B4-BE49-F238E27FC236}">
                <a16:creationId xmlns:a16="http://schemas.microsoft.com/office/drawing/2014/main" id="{174B763B-06C8-4CBC-83B5-CE909151C8AF}"/>
              </a:ext>
            </a:extLst>
          </p:cNvPr>
          <p:cNvSpPr>
            <a:spLocks xmlns:a="http://schemas.openxmlformats.org/drawingml/2006/main" noGrp="1"/>
          </p:cNvSpPr>
          <p:nvPr/>
        </p:nvSpPr>
        <p:spPr>
          <a:xfrm xmlns:a="http://schemas.openxmlformats.org/drawingml/2006/main">
            <a:off x="10287000" y="7381875"/>
            <a:ext cx="652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93C4C"/>
                </a:solidFill>
                <a:latin typeface="Arial"/>
                <a:ea typeface="Arial"/>
                <a:cs typeface="Arial"/>
              </a:defRPr>
            </a:pPr>
            <a:r>
              <a:rPr sz="2700" b="1">
                <a:solidFill>
                  <a:srgbClr val="193C4C"/>
                </a:solidFill>
                <a:latin typeface="Arial"/>
                <a:ea typeface="Arial"/>
                <a:cs typeface="Arial"/>
              </a:rPr>
              <a:t>BRD + working app</a:t>
            </a:r>
          </a:p>
        </p:txBody>
      </p:sp>
      <p:sp>
        <p:nvSpPr>
          <p:cNvPr id="146" name="Capability 6 body">
            <a:extLst xmlns:a="http://schemas.openxmlformats.org/drawingml/2006/main">
              <a:ext uri="{FF2B5EF4-FFF2-40B4-BE49-F238E27FC236}">
                <a16:creationId xmlns:a16="http://schemas.microsoft.com/office/drawing/2014/main" id="{687ADA25-1ED2-4677-810E-CD55FB5BD082}"/>
              </a:ext>
            </a:extLst>
          </p:cNvPr>
          <p:cNvSpPr>
            <a:spLocks xmlns:a="http://schemas.openxmlformats.org/drawingml/2006/main" noGrp="1"/>
          </p:cNvSpPr>
          <p:nvPr/>
        </p:nvSpPr>
        <p:spPr>
          <a:xfrm xmlns:a="http://schemas.openxmlformats.org/drawingml/2006/main">
            <a:off x="10287000" y="7981950"/>
            <a:ext cx="628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93C4C"/>
                </a:solidFill>
                <a:latin typeface="Arial"/>
                <a:ea typeface="Arial"/>
                <a:cs typeface="Arial"/>
              </a:defRPr>
            </a:pPr>
            <a:r>
              <a:rPr sz="2400" b="0">
                <a:solidFill>
                  <a:srgbClr val="193C4C"/>
                </a:solidFill>
                <a:latin typeface="Arial"/>
                <a:ea typeface="Arial"/>
                <a:cs typeface="Arial"/>
              </a:rPr>
              <a:t>12-section BRD in 7 languages (PDF, Word, Jira CSV) and a first app generated from it.</a:t>
            </a:r>
          </a:p>
        </p:txBody>
      </p:sp>
      <p:sp>
        <p:nvSpPr>
          <p:cNvPr id="147" name="Meaning preservation">
            <a:extLst xmlns:a="http://schemas.openxmlformats.org/drawingml/2006/main">
              <a:ext uri="{FF2B5EF4-FFF2-40B4-BE49-F238E27FC236}">
                <a16:creationId xmlns:a16="http://schemas.microsoft.com/office/drawing/2014/main" id="{459CB312-A97C-475C-9825-367FF4C26A28}"/>
              </a:ext>
            </a:extLst>
          </p:cNvPr>
          <p:cNvSpPr>
            <a:spLocks xmlns:a="http://schemas.openxmlformats.org/drawingml/2006/main" noGrp="1"/>
          </p:cNvSpPr>
          <p:nvPr/>
        </p:nvSpPr>
        <p:spPr>
          <a:xfrm xmlns:a="http://schemas.openxmlformats.org/drawingml/2006/main">
            <a:off x="1047750" y="9344025"/>
            <a:ext cx="1600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84"/>
                </a:solidFill>
                <a:latin typeface="Arial"/>
                <a:ea typeface="Arial"/>
                <a:cs typeface="Arial"/>
              </a:defRPr>
            </a:pPr>
            <a:r>
              <a:rPr sz="2325" b="1">
                <a:solidFill>
                  <a:srgbClr val="007D84"/>
                </a:solidFill>
                <a:latin typeface="Arial"/>
                <a:ea typeface="Arial"/>
                <a:cs typeface="Arial"/>
              </a:rPr>
              <a:t>Nothing the AI writes reaches the BRD unless someone actually said it.</a:t>
            </a:r>
          </a:p>
        </p:txBody>
      </p:sp>
    </p:spTree>
    <p:extLst>
      <p:ext uri="{BB962C8B-B14F-4D97-AF65-F5344CB8AC3E}">
        <p14:creationId xmlns:p14="http://schemas.microsoft.com/office/powerpoint/2010/main" val="18431531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2" name="Google Shape;132;p3">
            <a:extLst xmlns:a="http://schemas.openxmlformats.org/drawingml/2006/main">
              <a:ext uri="{FF2B5EF4-FFF2-40B4-BE49-F238E27FC236}">
                <a16:creationId xmlns:a16="http://schemas.microsoft.com/office/drawing/2014/main" id="{49A9387A-812D-40AA-9BF2-F4F0FE56E974}"/>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14fdb780be984f8d">
              <a:alphaModFix/>
            </a:blip>
            <a:stretch>
              <a:fillRect l="-7180" t="-19076" r="-3000" b="-11427"/>
            </a:stretch>
          </a:blipFill>
          <a:ln xmlns:a="http://schemas.openxmlformats.org/drawingml/2006/main">
            <a:noFill/>
          </a:ln>
        </p:spPr>
      </p:sp>
      <p:sp>
        <p:nvSpPr>
          <p:cNvPr id="133" name="Google Shape;133;p3">
            <a:extLst xmlns:a="http://schemas.openxmlformats.org/drawingml/2006/main">
              <a:ext uri="{FF2B5EF4-FFF2-40B4-BE49-F238E27FC236}">
                <a16:creationId xmlns:a16="http://schemas.microsoft.com/office/drawing/2014/main" id="{35EBDA9B-D5E3-4A19-9899-1E9B5C6A59EE}"/>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0b53c3bf2fe3453d">
              <a:alphaModFix/>
            </a:blip>
            <a:stretch>
              <a:fillRect l="0" t="0" r="0" b="0"/>
            </a:stretch>
          </a:blipFill>
          <a:ln xmlns:a="http://schemas.openxmlformats.org/drawingml/2006/main">
            <a:noFill/>
          </a:ln>
        </p:spPr>
      </p:sp>
      <p:sp>
        <p:nvSpPr>
          <p:cNvPr id="134" name="Google Shape;134;p3">
            <a:extLst xmlns:a="http://schemas.openxmlformats.org/drawingml/2006/main">
              <a:ext uri="{FF2B5EF4-FFF2-40B4-BE49-F238E27FC236}">
                <a16:creationId xmlns:a16="http://schemas.microsoft.com/office/drawing/2014/main" id="{1DEDAF4C-E94F-48D3-B87D-244B78D36405}"/>
              </a:ext>
            </a:extLst>
          </p:cNvPr>
          <p:cNvSpPr>
            <a:spLocks xmlns:a="http://schemas.openxmlformats.org/drawingml/2006/main" noGrp="1"/>
          </p:cNvSpPr>
          <p:nvPr/>
        </p:nvSpPr>
        <p:spPr>
          <a:xfrm xmlns:a="http://schemas.openxmlformats.org/drawingml/2006/main">
            <a:off x="1028700" y="838200"/>
            <a:ext cx="16383000" cy="18246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93"/>
              </a:lnSpc>
              <a:spcBef>
                <a:spcPts val="0"/>
              </a:spcBef>
              <a:spcAft>
                <a:spcPts val="0"/>
              </a:spcAft>
              <a:buNone/>
              <a:defRPr sz="8250" b="0">
                <a:solidFill>
                  <a:srgbClr val="5DE0E6"/>
                </a:solidFill>
                <a:latin typeface="Times"/>
                <a:ea typeface="Times"/>
                <a:cs typeface="Times"/>
              </a:defRPr>
            </a:pPr>
            <a:r>
              <a:rPr sz="8250" b="0" i="0" u="none" cap="none">
                <a:solidFill>
                  <a:srgbClr val="5DE0E6"/>
                </a:solidFill>
                <a:latin typeface="Times"/>
                <a:ea typeface="Times"/>
                <a:cs typeface="Times"/>
              </a:rPr>
              <a:t>Tech Stack &amp; Architecture</a:t>
            </a:r>
            <a:endParaRPr/>
          </a:p>
        </p:txBody>
      </p:sp>
      <p:sp>
        <p:nvSpPr>
          <p:cNvPr id="135" name="Architecture subtitle">
            <a:extLst xmlns:a="http://schemas.openxmlformats.org/drawingml/2006/main">
              <a:ext uri="{FF2B5EF4-FFF2-40B4-BE49-F238E27FC236}">
                <a16:creationId xmlns:a16="http://schemas.microsoft.com/office/drawing/2014/main" id="{BADE0C45-EFC9-41CF-8418-A3476E9E9612}"/>
              </a:ext>
            </a:extLst>
          </p:cNvPr>
          <p:cNvSpPr>
            <a:spLocks xmlns:a="http://schemas.openxmlformats.org/drawingml/2006/main" noGrp="1"/>
          </p:cNvSpPr>
          <p:nvPr/>
        </p:nvSpPr>
        <p:spPr>
          <a:xfrm xmlns:a="http://schemas.openxmlformats.org/drawingml/2006/main">
            <a:off x="1047750" y="2600325"/>
            <a:ext cx="1609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93C4C"/>
                </a:solidFill>
                <a:latin typeface="Arial"/>
                <a:ea typeface="Arial"/>
                <a:cs typeface="Arial"/>
              </a:defRPr>
            </a:pPr>
            <a:r>
              <a:rPr sz="2925" b="1">
                <a:solidFill>
                  <a:srgbClr val="193C4C"/>
                </a:solidFill>
                <a:latin typeface="Arial"/>
                <a:ea typeface="Arial"/>
                <a:cs typeface="Arial"/>
              </a:rPr>
              <a:t>A thin backend connects the experience, Sarvam and the verifier</a:t>
            </a:r>
          </a:p>
        </p:txBody>
      </p:sp>
      <p:sp>
        <p:nvSpPr>
          <p:cNvPr id="136" name="Frontend">
            <a:extLst xmlns:a="http://schemas.openxmlformats.org/drawingml/2006/main">
              <a:ext uri="{FF2B5EF4-FFF2-40B4-BE49-F238E27FC236}">
                <a16:creationId xmlns:a16="http://schemas.microsoft.com/office/drawing/2014/main" id="{623D4442-9B55-4212-B59B-B1E03C5CFBA4}"/>
              </a:ext>
            </a:extLst>
          </p:cNvPr>
          <p:cNvSpPr>
            <a:spLocks xmlns:a="http://schemas.openxmlformats.org/drawingml/2006/main" noGrp="1"/>
          </p:cNvSpPr>
          <p:nvPr/>
        </p:nvSpPr>
        <p:spPr>
          <a:xfrm xmlns:a="http://schemas.openxmlformats.org/drawingml/2006/main">
            <a:off x="1047750" y="3714750"/>
            <a:ext cx="4429125" cy="2152650"/>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37" name="Frontend heading">
            <a:extLst xmlns:a="http://schemas.openxmlformats.org/drawingml/2006/main">
              <a:ext uri="{FF2B5EF4-FFF2-40B4-BE49-F238E27FC236}">
                <a16:creationId xmlns:a16="http://schemas.microsoft.com/office/drawing/2014/main" id="{75CA040B-F4C9-481E-AAB5-36FD3E157ABA}"/>
              </a:ext>
            </a:extLst>
          </p:cNvPr>
          <p:cNvSpPr>
            <a:spLocks xmlns:a="http://schemas.openxmlformats.org/drawingml/2006/main" noGrp="1"/>
          </p:cNvSpPr>
          <p:nvPr/>
        </p:nvSpPr>
        <p:spPr>
          <a:xfrm xmlns:a="http://schemas.openxmlformats.org/drawingml/2006/main">
            <a:off x="1257300" y="3886200"/>
            <a:ext cx="4010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Frontend</a:t>
            </a:r>
          </a:p>
        </p:txBody>
      </p:sp>
      <p:sp>
        <p:nvSpPr>
          <p:cNvPr id="138" name="Frontend details">
            <a:extLst xmlns:a="http://schemas.openxmlformats.org/drawingml/2006/main">
              <a:ext uri="{FF2B5EF4-FFF2-40B4-BE49-F238E27FC236}">
                <a16:creationId xmlns:a16="http://schemas.microsoft.com/office/drawing/2014/main" id="{30102663-23B0-48EF-A9B7-6DF2D71CB4EB}"/>
              </a:ext>
            </a:extLst>
          </p:cNvPr>
          <p:cNvSpPr>
            <a:spLocks xmlns:a="http://schemas.openxmlformats.org/drawingml/2006/main" noGrp="1"/>
          </p:cNvSpPr>
          <p:nvPr/>
        </p:nvSpPr>
        <p:spPr>
          <a:xfrm xmlns:a="http://schemas.openxmlformats.org/drawingml/2006/main">
            <a:off x="1257300" y="4400550"/>
            <a:ext cx="40100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React + Vite</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Plain CSS, offline single-file build</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Voice-first UI; verifier re-runs on every edit</a:t>
            </a:r>
          </a:p>
        </p:txBody>
      </p:sp>
      <p:sp>
        <p:nvSpPr>
          <p:cNvPr id="139" name="Backend">
            <a:extLst xmlns:a="http://schemas.openxmlformats.org/drawingml/2006/main">
              <a:ext uri="{FF2B5EF4-FFF2-40B4-BE49-F238E27FC236}">
                <a16:creationId xmlns:a16="http://schemas.microsoft.com/office/drawing/2014/main" id="{DC81427E-ACD1-43A7-BB23-BC84194ACE82}"/>
              </a:ext>
            </a:extLst>
          </p:cNvPr>
          <p:cNvSpPr>
            <a:spLocks xmlns:a="http://schemas.openxmlformats.org/drawingml/2006/main" noGrp="1"/>
          </p:cNvSpPr>
          <p:nvPr/>
        </p:nvSpPr>
        <p:spPr>
          <a:xfrm xmlns:a="http://schemas.openxmlformats.org/drawingml/2006/main">
            <a:off x="7048500" y="3524250"/>
            <a:ext cx="5572125" cy="2514600"/>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40" name="Backend heading">
            <a:extLst xmlns:a="http://schemas.openxmlformats.org/drawingml/2006/main">
              <a:ext uri="{FF2B5EF4-FFF2-40B4-BE49-F238E27FC236}">
                <a16:creationId xmlns:a16="http://schemas.microsoft.com/office/drawing/2014/main" id="{580078ED-C78A-4089-9776-42A8162CCACE}"/>
              </a:ext>
            </a:extLst>
          </p:cNvPr>
          <p:cNvSpPr>
            <a:spLocks xmlns:a="http://schemas.openxmlformats.org/drawingml/2006/main" noGrp="1"/>
          </p:cNvSpPr>
          <p:nvPr/>
        </p:nvSpPr>
        <p:spPr>
          <a:xfrm xmlns:a="http://schemas.openxmlformats.org/drawingml/2006/main">
            <a:off x="7258050" y="3695700"/>
            <a:ext cx="5153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Python + FastAPI</a:t>
            </a:r>
          </a:p>
        </p:txBody>
      </p:sp>
      <p:sp>
        <p:nvSpPr>
          <p:cNvPr id="141" name="Backend details">
            <a:extLst xmlns:a="http://schemas.openxmlformats.org/drawingml/2006/main">
              <a:ext uri="{FF2B5EF4-FFF2-40B4-BE49-F238E27FC236}">
                <a16:creationId xmlns:a16="http://schemas.microsoft.com/office/drawing/2014/main" id="{5CC3570D-7B8C-44F4-8889-9B13A4101B90}"/>
              </a:ext>
            </a:extLst>
          </p:cNvPr>
          <p:cNvSpPr>
            <a:spLocks xmlns:a="http://schemas.openxmlformats.org/drawingml/2006/main" noGrp="1"/>
          </p:cNvSpPr>
          <p:nvPr/>
        </p:nvSpPr>
        <p:spPr>
          <a:xfrm xmlns:a="http://schemas.openxmlformats.org/drawingml/2006/main">
            <a:off x="7258050" y="4210050"/>
            <a:ext cx="515302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Interview agent and extraction</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Deterministic verifier</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Evidence hashes, response cache, server-side keys</a:t>
            </a:r>
          </a:p>
        </p:txBody>
      </p:sp>
      <p:sp>
        <p:nvSpPr>
          <p:cNvPr id="142" name="Sarvam service">
            <a:extLst xmlns:a="http://schemas.openxmlformats.org/drawingml/2006/main">
              <a:ext uri="{FF2B5EF4-FFF2-40B4-BE49-F238E27FC236}">
                <a16:creationId xmlns:a16="http://schemas.microsoft.com/office/drawing/2014/main" id="{7978323B-9944-4141-A4E6-46600E7B970B}"/>
              </a:ext>
            </a:extLst>
          </p:cNvPr>
          <p:cNvSpPr>
            <a:spLocks xmlns:a="http://schemas.openxmlformats.org/drawingml/2006/main" noGrp="1"/>
          </p:cNvSpPr>
          <p:nvPr/>
        </p:nvSpPr>
        <p:spPr>
          <a:xfrm xmlns:a="http://schemas.openxmlformats.org/drawingml/2006/main">
            <a:off x="13906500" y="3524250"/>
            <a:ext cx="3333750" cy="1466850"/>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43" name="Sarvam service heading">
            <a:extLst xmlns:a="http://schemas.openxmlformats.org/drawingml/2006/main">
              <a:ext uri="{FF2B5EF4-FFF2-40B4-BE49-F238E27FC236}">
                <a16:creationId xmlns:a16="http://schemas.microsoft.com/office/drawing/2014/main" id="{463990B5-C88C-4584-8580-70334AB77F9D}"/>
              </a:ext>
            </a:extLst>
          </p:cNvPr>
          <p:cNvSpPr>
            <a:spLocks xmlns:a="http://schemas.openxmlformats.org/drawingml/2006/main" noGrp="1"/>
          </p:cNvSpPr>
          <p:nvPr/>
        </p:nvSpPr>
        <p:spPr>
          <a:xfrm xmlns:a="http://schemas.openxmlformats.org/drawingml/2006/main">
            <a:off x="14116050" y="3695700"/>
            <a:ext cx="2914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Sarvam AI</a:t>
            </a:r>
          </a:p>
        </p:txBody>
      </p:sp>
      <p:sp>
        <p:nvSpPr>
          <p:cNvPr id="144" name="Sarvam service details">
            <a:extLst xmlns:a="http://schemas.openxmlformats.org/drawingml/2006/main">
              <a:ext uri="{FF2B5EF4-FFF2-40B4-BE49-F238E27FC236}">
                <a16:creationId xmlns:a16="http://schemas.microsoft.com/office/drawing/2014/main" id="{14798420-67CF-4EB9-AE0C-A0024D553D03}"/>
              </a:ext>
            </a:extLst>
          </p:cNvPr>
          <p:cNvSpPr>
            <a:spLocks xmlns:a="http://schemas.openxmlformats.org/drawingml/2006/main" noGrp="1"/>
          </p:cNvSpPr>
          <p:nvPr/>
        </p:nvSpPr>
        <p:spPr>
          <a:xfrm xmlns:a="http://schemas.openxmlformats.org/drawingml/2006/main">
            <a:off x="14116050" y="4210050"/>
            <a:ext cx="29146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Saaras v4 · Bulbul v4-flash · Translate · 105B</a:t>
            </a:r>
          </a:p>
        </p:txBody>
      </p:sp>
      <p:sp>
        <p:nvSpPr>
          <p:cNvPr id="145" name="Payment service">
            <a:extLst xmlns:a="http://schemas.openxmlformats.org/drawingml/2006/main">
              <a:ext uri="{FF2B5EF4-FFF2-40B4-BE49-F238E27FC236}">
                <a16:creationId xmlns:a16="http://schemas.microsoft.com/office/drawing/2014/main" id="{FA6B2776-D67D-4CC6-8A3B-6BA99B9E1EE8}"/>
              </a:ext>
            </a:extLst>
          </p:cNvPr>
          <p:cNvSpPr>
            <a:spLocks xmlns:a="http://schemas.openxmlformats.org/drawingml/2006/main" noGrp="1"/>
          </p:cNvSpPr>
          <p:nvPr/>
        </p:nvSpPr>
        <p:spPr>
          <a:xfrm xmlns:a="http://schemas.openxmlformats.org/drawingml/2006/main">
            <a:off x="13906500" y="5562600"/>
            <a:ext cx="3333750" cy="1466850"/>
          </a:xfrm>
          <a:prstGeom xmlns:a="http://schemas.openxmlformats.org/drawingml/2006/main" prst="rect">
            <a:avLst/>
          </a:prstGeom>
          <a:solidFill xmlns:a="http://schemas.openxmlformats.org/drawingml/2006/main">
            <a:srgbClr val="FAF9F5"/>
          </a:solidFill>
          <a:ln xmlns:a="http://schemas.openxmlformats.org/drawingml/2006/main" w="19050">
            <a:solidFill>
              <a:srgbClr val="8C398A"/>
            </a:solidFill>
          </a:ln>
        </p:spPr>
      </p:sp>
      <p:sp>
        <p:nvSpPr>
          <p:cNvPr id="146" name="Payment service heading">
            <a:extLst xmlns:a="http://schemas.openxmlformats.org/drawingml/2006/main">
              <a:ext uri="{FF2B5EF4-FFF2-40B4-BE49-F238E27FC236}">
                <a16:creationId xmlns:a16="http://schemas.microsoft.com/office/drawing/2014/main" id="{32256056-6CE0-43BC-B972-EB6150706B33}"/>
              </a:ext>
            </a:extLst>
          </p:cNvPr>
          <p:cNvSpPr>
            <a:spLocks xmlns:a="http://schemas.openxmlformats.org/drawingml/2006/main" noGrp="1"/>
          </p:cNvSpPr>
          <p:nvPr/>
        </p:nvSpPr>
        <p:spPr>
          <a:xfrm xmlns:a="http://schemas.openxmlformats.org/drawingml/2006/main">
            <a:off x="14116050" y="5734050"/>
            <a:ext cx="2914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C398A"/>
                </a:solidFill>
                <a:latin typeface="Arial"/>
                <a:ea typeface="Arial"/>
                <a:cs typeface="Arial"/>
              </a:defRPr>
            </a:pPr>
            <a:r>
              <a:rPr sz="2400" b="1">
                <a:solidFill>
                  <a:srgbClr val="8C398A"/>
                </a:solidFill>
                <a:latin typeface="Arial"/>
                <a:ea typeface="Arial"/>
                <a:cs typeface="Arial"/>
              </a:rPr>
              <a:t>Gemini</a:t>
            </a:r>
          </a:p>
        </p:txBody>
      </p:sp>
      <p:sp>
        <p:nvSpPr>
          <p:cNvPr id="147" name="Payment service details">
            <a:extLst xmlns:a="http://schemas.openxmlformats.org/drawingml/2006/main">
              <a:ext uri="{FF2B5EF4-FFF2-40B4-BE49-F238E27FC236}">
                <a16:creationId xmlns:a16="http://schemas.microsoft.com/office/drawing/2014/main" id="{579C9CAE-CAB6-49BC-94A3-1F9C8858492B}"/>
              </a:ext>
            </a:extLst>
          </p:cNvPr>
          <p:cNvSpPr>
            <a:spLocks xmlns:a="http://schemas.openxmlformats.org/drawingml/2006/main" noGrp="1"/>
          </p:cNvSpPr>
          <p:nvPr/>
        </p:nvSpPr>
        <p:spPr>
          <a:xfrm xmlns:a="http://schemas.openxmlformats.org/drawingml/2006/main">
            <a:off x="14116050" y="6248400"/>
            <a:ext cx="29146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Long BRD drafting and app generation</a:t>
            </a:r>
          </a:p>
        </p:txBody>
      </p:sp>
      <p:cxnSp>
        <p:nvCxnSpPr>
          <p:cNvPr id="181" name=""/>
          <p:cNvCxnSpPr>
            <a:stCxn xmlns:a="http://schemas.openxmlformats.org/drawingml/2006/main" id="136" idx="3"/>
            <a:endCxn xmlns:a="http://schemas.openxmlformats.org/drawingml/2006/main" id="139" idx="1"/>
          </p:cNvCxnSpPr>
          <p:nvPr/>
        </p:nvCxnSpPr>
        <p:spPr>
          <a:xfrm xmlns:a="http://schemas.openxmlformats.org/drawingml/2006/main" flipV="1">
            <a:off x="5476875" y="4781550"/>
            <a:ext cx="1571625" cy="9525"/>
          </a:xfrm>
          <a:prstGeom xmlns:a="http://schemas.openxmlformats.org/drawingml/2006/main" prst="bentConnector3">
            <a:avLst>
              <a:gd name="adj1" fmla="val 50000"/>
            </a:avLst>
          </a:prstGeom>
          <a:ln xmlns:a="http://schemas.openxmlformats.org/drawingml/2006/main" w="28575">
            <a:solidFill>
              <a:srgbClr val="365F6C"/>
            </a:solidFill>
            <a:prstDash val="solid"/>
            <a:tailEnd type="triangle" w="sm" len="sm"/>
          </a:ln>
        </p:spPr>
      </p:cxnSp>
      <p:cxnSp>
        <p:nvCxnSpPr>
          <p:cNvPr id="182" name=""/>
          <p:cNvCxnSpPr>
            <a:stCxn xmlns:a="http://schemas.openxmlformats.org/drawingml/2006/main" id="139" idx="3"/>
            <a:endCxn xmlns:a="http://schemas.openxmlformats.org/drawingml/2006/main" id="142" idx="1"/>
          </p:cNvCxnSpPr>
          <p:nvPr/>
        </p:nvCxnSpPr>
        <p:spPr>
          <a:xfrm xmlns:a="http://schemas.openxmlformats.org/drawingml/2006/main" flipV="1">
            <a:off x="12620625" y="4257675"/>
            <a:ext cx="1285875" cy="523875"/>
          </a:xfrm>
          <a:prstGeom xmlns:a="http://schemas.openxmlformats.org/drawingml/2006/main" prst="bentConnector3">
            <a:avLst>
              <a:gd name="adj1" fmla="val 50000"/>
            </a:avLst>
          </a:prstGeom>
          <a:ln xmlns:a="http://schemas.openxmlformats.org/drawingml/2006/main" w="28575">
            <a:solidFill>
              <a:srgbClr val="365F6C"/>
            </a:solidFill>
            <a:prstDash val="solid"/>
            <a:tailEnd type="triangle" w="sm" len="sm"/>
          </a:ln>
        </p:spPr>
      </p:cxnSp>
      <p:cxnSp>
        <p:nvCxnSpPr>
          <p:cNvPr id="183" name=""/>
          <p:cNvCxnSpPr>
            <a:stCxn xmlns:a="http://schemas.openxmlformats.org/drawingml/2006/main" id="139" idx="3"/>
            <a:endCxn xmlns:a="http://schemas.openxmlformats.org/drawingml/2006/main" id="145" idx="1"/>
          </p:cNvCxnSpPr>
          <p:nvPr/>
        </p:nvCxnSpPr>
        <p:spPr>
          <a:xfrm xmlns:a="http://schemas.openxmlformats.org/drawingml/2006/main">
            <a:off x="12620625" y="4781550"/>
            <a:ext cx="1285875" cy="1514475"/>
          </a:xfrm>
          <a:prstGeom xmlns:a="http://schemas.openxmlformats.org/drawingml/2006/main" prst="bentConnector3">
            <a:avLst>
              <a:gd name="adj1" fmla="val 50000"/>
            </a:avLst>
          </a:prstGeom>
          <a:ln xmlns:a="http://schemas.openxmlformats.org/drawingml/2006/main" w="28575">
            <a:solidFill>
              <a:srgbClr val="365F6C"/>
            </a:solidFill>
            <a:prstDash val="solid"/>
            <a:tailEnd type="triangle" w="sm" len="sm"/>
          </a:ln>
        </p:spPr>
      </p:cxnSp>
      <p:sp>
        <p:nvSpPr>
          <p:cNvPr id="151" name="Output heading">
            <a:extLst xmlns:a="http://schemas.openxmlformats.org/drawingml/2006/main">
              <a:ext uri="{FF2B5EF4-FFF2-40B4-BE49-F238E27FC236}">
                <a16:creationId xmlns:a16="http://schemas.microsoft.com/office/drawing/2014/main" id="{8828F989-F222-410F-B6FA-18DE60D5A30F}"/>
              </a:ext>
            </a:extLst>
          </p:cNvPr>
          <p:cNvSpPr>
            <a:spLocks xmlns:a="http://schemas.openxmlformats.org/drawingml/2006/main" noGrp="1"/>
          </p:cNvSpPr>
          <p:nvPr/>
        </p:nvSpPr>
        <p:spPr>
          <a:xfrm xmlns:a="http://schemas.openxmlformats.org/drawingml/2006/main">
            <a:off x="1047750" y="68008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84"/>
                </a:solidFill>
                <a:latin typeface="Arial"/>
                <a:ea typeface="Arial"/>
                <a:cs typeface="Arial"/>
              </a:defRPr>
            </a:pPr>
            <a:r>
              <a:rPr sz="2175" b="1">
                <a:solidFill>
                  <a:srgbClr val="007D84"/>
                </a:solidFill>
                <a:latin typeface="Arial"/>
                <a:ea typeface="Arial"/>
                <a:cs typeface="Arial"/>
              </a:rPr>
              <a:t>OUTPUTS</a:t>
            </a:r>
          </a:p>
        </p:txBody>
      </p:sp>
      <p:sp>
        <p:nvSpPr>
          <p:cNvPr id="152" name="Output Prototype">
            <a:extLst xmlns:a="http://schemas.openxmlformats.org/drawingml/2006/main">
              <a:ext uri="{FF2B5EF4-FFF2-40B4-BE49-F238E27FC236}">
                <a16:creationId xmlns:a16="http://schemas.microsoft.com/office/drawing/2014/main" id="{66408042-E775-4C92-9437-5789428A9E69}"/>
              </a:ext>
            </a:extLst>
          </p:cNvPr>
          <p:cNvSpPr>
            <a:spLocks xmlns:a="http://schemas.openxmlformats.org/drawingml/2006/main" noGrp="1"/>
          </p:cNvSpPr>
          <p:nvPr/>
        </p:nvSpPr>
        <p:spPr>
          <a:xfrm xmlns:a="http://schemas.openxmlformats.org/drawingml/2006/main">
            <a:off x="1047750" y="7429500"/>
            <a:ext cx="3714750" cy="14382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3" name="Output Prototype heading">
            <a:extLst xmlns:a="http://schemas.openxmlformats.org/drawingml/2006/main">
              <a:ext uri="{FF2B5EF4-FFF2-40B4-BE49-F238E27FC236}">
                <a16:creationId xmlns:a16="http://schemas.microsoft.com/office/drawing/2014/main" id="{FA266171-8074-46B0-8FBA-981429876FFF}"/>
              </a:ext>
            </a:extLst>
          </p:cNvPr>
          <p:cNvSpPr>
            <a:spLocks xmlns:a="http://schemas.openxmlformats.org/drawingml/2006/main" noGrp="1"/>
          </p:cNvSpPr>
          <p:nvPr/>
        </p:nvSpPr>
        <p:spPr>
          <a:xfrm xmlns:a="http://schemas.openxmlformats.org/drawingml/2006/main">
            <a:off x="1257300" y="7600950"/>
            <a:ext cx="3295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Verified requirements</a:t>
            </a:r>
          </a:p>
        </p:txBody>
      </p:sp>
      <p:sp>
        <p:nvSpPr>
          <p:cNvPr id="154" name="Output Prototype details">
            <a:extLst xmlns:a="http://schemas.openxmlformats.org/drawingml/2006/main">
              <a:ext uri="{FF2B5EF4-FFF2-40B4-BE49-F238E27FC236}">
                <a16:creationId xmlns:a16="http://schemas.microsoft.com/office/drawing/2014/main" id="{89335B7A-C73B-4539-B3B2-51FA51BB82E9}"/>
              </a:ext>
            </a:extLst>
          </p:cNvPr>
          <p:cNvSpPr>
            <a:spLocks xmlns:a="http://schemas.openxmlformats.org/drawingml/2006/main" noGrp="1"/>
          </p:cNvSpPr>
          <p:nvPr/>
        </p:nvSpPr>
        <p:spPr>
          <a:xfrm xmlns:a="http://schemas.openxmlformats.org/drawingml/2006/main">
            <a:off x="1257300" y="8115300"/>
            <a:ext cx="329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Verbatim quotes, spoken numbers</a:t>
            </a:r>
          </a:p>
        </p:txBody>
      </p:sp>
      <p:sp>
        <p:nvSpPr>
          <p:cNvPr id="155" name="Output Dhandha Twin">
            <a:extLst xmlns:a="http://schemas.openxmlformats.org/drawingml/2006/main">
              <a:ext uri="{FF2B5EF4-FFF2-40B4-BE49-F238E27FC236}">
                <a16:creationId xmlns:a16="http://schemas.microsoft.com/office/drawing/2014/main" id="{B454362E-D232-4B66-B7DE-B228EC81398E}"/>
              </a:ext>
            </a:extLst>
          </p:cNvPr>
          <p:cNvSpPr>
            <a:spLocks xmlns:a="http://schemas.openxmlformats.org/drawingml/2006/main" noGrp="1"/>
          </p:cNvSpPr>
          <p:nvPr/>
        </p:nvSpPr>
        <p:spPr>
          <a:xfrm xmlns:a="http://schemas.openxmlformats.org/drawingml/2006/main">
            <a:off x="5191125" y="7429500"/>
            <a:ext cx="3714750" cy="14382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6" name="Output Dhandha Twin heading">
            <a:extLst xmlns:a="http://schemas.openxmlformats.org/drawingml/2006/main">
              <a:ext uri="{FF2B5EF4-FFF2-40B4-BE49-F238E27FC236}">
                <a16:creationId xmlns:a16="http://schemas.microsoft.com/office/drawing/2014/main" id="{7808E4F6-14DF-4021-8FFF-01999EA1BA34}"/>
              </a:ext>
            </a:extLst>
          </p:cNvPr>
          <p:cNvSpPr>
            <a:spLocks xmlns:a="http://schemas.openxmlformats.org/drawingml/2006/main" noGrp="1"/>
          </p:cNvSpPr>
          <p:nvPr/>
        </p:nvSpPr>
        <p:spPr>
          <a:xfrm xmlns:a="http://schemas.openxmlformats.org/drawingml/2006/main">
            <a:off x="5400675" y="7600950"/>
            <a:ext cx="3295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Conflict detection</a:t>
            </a:r>
          </a:p>
        </p:txBody>
      </p:sp>
      <p:sp>
        <p:nvSpPr>
          <p:cNvPr id="157" name="Output Dhandha Twin details">
            <a:extLst xmlns:a="http://schemas.openxmlformats.org/drawingml/2006/main">
              <a:ext uri="{FF2B5EF4-FFF2-40B4-BE49-F238E27FC236}">
                <a16:creationId xmlns:a16="http://schemas.microsoft.com/office/drawing/2014/main" id="{CC4D5C68-5AE3-49C9-9D1B-BC19203B56DE}"/>
              </a:ext>
            </a:extLst>
          </p:cNvPr>
          <p:cNvSpPr>
            <a:spLocks xmlns:a="http://schemas.openxmlformats.org/drawingml/2006/main" noGrp="1"/>
          </p:cNvSpPr>
          <p:nvPr/>
        </p:nvSpPr>
        <p:spPr>
          <a:xfrm xmlns:a="http://schemas.openxmlformats.org/drawingml/2006/main">
            <a:off x="5400675" y="8115300"/>
            <a:ext cx="329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Stakeholders who disagree, with both voices</a:t>
            </a:r>
          </a:p>
        </p:txBody>
      </p:sp>
      <p:sp>
        <p:nvSpPr>
          <p:cNvPr id="158" name="Output Developer BRD">
            <a:extLst xmlns:a="http://schemas.openxmlformats.org/drawingml/2006/main">
              <a:ext uri="{FF2B5EF4-FFF2-40B4-BE49-F238E27FC236}">
                <a16:creationId xmlns:a16="http://schemas.microsoft.com/office/drawing/2014/main" id="{D4E61953-DCA9-4E85-8B80-2ABF6DFFAA9D}"/>
              </a:ext>
            </a:extLst>
          </p:cNvPr>
          <p:cNvSpPr>
            <a:spLocks xmlns:a="http://schemas.openxmlformats.org/drawingml/2006/main" noGrp="1"/>
          </p:cNvSpPr>
          <p:nvPr/>
        </p:nvSpPr>
        <p:spPr>
          <a:xfrm xmlns:a="http://schemas.openxmlformats.org/drawingml/2006/main">
            <a:off x="9334500" y="7429500"/>
            <a:ext cx="3714750" cy="14382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9" name="Output Developer BRD heading">
            <a:extLst xmlns:a="http://schemas.openxmlformats.org/drawingml/2006/main">
              <a:ext uri="{FF2B5EF4-FFF2-40B4-BE49-F238E27FC236}">
                <a16:creationId xmlns:a16="http://schemas.microsoft.com/office/drawing/2014/main" id="{9CC54879-24EA-4741-8E76-140B0E47CA39}"/>
              </a:ext>
            </a:extLst>
          </p:cNvPr>
          <p:cNvSpPr>
            <a:spLocks xmlns:a="http://schemas.openxmlformats.org/drawingml/2006/main" noGrp="1"/>
          </p:cNvSpPr>
          <p:nvPr/>
        </p:nvSpPr>
        <p:spPr>
          <a:xfrm xmlns:a="http://schemas.openxmlformats.org/drawingml/2006/main">
            <a:off x="9544050" y="7600950"/>
            <a:ext cx="3295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Developer BRD</a:t>
            </a:r>
          </a:p>
        </p:txBody>
      </p:sp>
      <p:sp>
        <p:nvSpPr>
          <p:cNvPr id="160" name="Output Developer BRD details">
            <a:extLst xmlns:a="http://schemas.openxmlformats.org/drawingml/2006/main">
              <a:ext uri="{FF2B5EF4-FFF2-40B4-BE49-F238E27FC236}">
                <a16:creationId xmlns:a16="http://schemas.microsoft.com/office/drawing/2014/main" id="{C02CA338-9EFA-4BCC-B344-369107898D53}"/>
              </a:ext>
            </a:extLst>
          </p:cNvPr>
          <p:cNvSpPr>
            <a:spLocks xmlns:a="http://schemas.openxmlformats.org/drawingml/2006/main" noGrp="1"/>
          </p:cNvSpPr>
          <p:nvPr/>
        </p:nvSpPr>
        <p:spPr>
          <a:xfrm xmlns:a="http://schemas.openxmlformats.org/drawingml/2006/main">
            <a:off x="9544050" y="8115300"/>
            <a:ext cx="329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12 sections, FR-IDs, Jira CSV, Word, PDF</a:t>
            </a:r>
          </a:p>
        </p:txBody>
      </p:sp>
      <p:sp>
        <p:nvSpPr>
          <p:cNvPr id="161" name="Output Awaaz Proof">
            <a:extLst xmlns:a="http://schemas.openxmlformats.org/drawingml/2006/main">
              <a:ext uri="{FF2B5EF4-FFF2-40B4-BE49-F238E27FC236}">
                <a16:creationId xmlns:a16="http://schemas.microsoft.com/office/drawing/2014/main" id="{25FB4B93-69E5-4413-8314-51A4B8B00C89}"/>
              </a:ext>
            </a:extLst>
          </p:cNvPr>
          <p:cNvSpPr>
            <a:spLocks xmlns:a="http://schemas.openxmlformats.org/drawingml/2006/main" noGrp="1"/>
          </p:cNvSpPr>
          <p:nvPr/>
        </p:nvSpPr>
        <p:spPr>
          <a:xfrm xmlns:a="http://schemas.openxmlformats.org/drawingml/2006/main">
            <a:off x="13477875" y="7429500"/>
            <a:ext cx="3714750" cy="1438275"/>
          </a:xfrm>
          <a:prstGeom xmlns:a="http://schemas.openxmlformats.org/drawingml/2006/main" prst="rect">
            <a:avLst/>
          </a:prstGeom>
          <a:solidFill xmlns:a="http://schemas.openxmlformats.org/drawingml/2006/main">
            <a:srgbClr val="FAF9F5"/>
          </a:solidFill>
          <a:ln xmlns:a="http://schemas.openxmlformats.org/drawingml/2006/main" w="19050">
            <a:solidFill>
              <a:srgbClr val="8C398A"/>
            </a:solidFill>
          </a:ln>
        </p:spPr>
      </p:sp>
      <p:sp>
        <p:nvSpPr>
          <p:cNvPr id="162" name="Output Awaaz Proof heading">
            <a:extLst xmlns:a="http://schemas.openxmlformats.org/drawingml/2006/main">
              <a:ext uri="{FF2B5EF4-FFF2-40B4-BE49-F238E27FC236}">
                <a16:creationId xmlns:a16="http://schemas.microsoft.com/office/drawing/2014/main" id="{4505B354-9B57-4CD1-80CD-607918C760C6}"/>
              </a:ext>
            </a:extLst>
          </p:cNvPr>
          <p:cNvSpPr>
            <a:spLocks xmlns:a="http://schemas.openxmlformats.org/drawingml/2006/main" noGrp="1"/>
          </p:cNvSpPr>
          <p:nvPr/>
        </p:nvSpPr>
        <p:spPr>
          <a:xfrm xmlns:a="http://schemas.openxmlformats.org/drawingml/2006/main">
            <a:off x="13687425" y="7600950"/>
            <a:ext cx="3295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C398A"/>
                </a:solidFill>
                <a:latin typeface="Arial"/>
                <a:ea typeface="Arial"/>
                <a:cs typeface="Arial"/>
              </a:defRPr>
            </a:pPr>
            <a:r>
              <a:rPr sz="2400" b="1">
                <a:solidFill>
                  <a:srgbClr val="8C398A"/>
                </a:solidFill>
                <a:latin typeface="Arial"/>
                <a:ea typeface="Arial"/>
                <a:cs typeface="Arial"/>
              </a:rPr>
              <a:t>Voice trace + app</a:t>
            </a:r>
          </a:p>
        </p:txBody>
      </p:sp>
      <p:sp>
        <p:nvSpPr>
          <p:cNvPr id="163" name="Output Awaaz Proof details">
            <a:extLst xmlns:a="http://schemas.openxmlformats.org/drawingml/2006/main">
              <a:ext uri="{FF2B5EF4-FFF2-40B4-BE49-F238E27FC236}">
                <a16:creationId xmlns:a16="http://schemas.microsoft.com/office/drawing/2014/main" id="{00927452-D8F8-4304-93E5-B9BED6A0B4D7}"/>
              </a:ext>
            </a:extLst>
          </p:cNvPr>
          <p:cNvSpPr>
            <a:spLocks xmlns:a="http://schemas.openxmlformats.org/drawingml/2006/main" noGrp="1"/>
          </p:cNvSpPr>
          <p:nvPr/>
        </p:nvSpPr>
        <p:spPr>
          <a:xfrm xmlns:a="http://schemas.openxmlformats.org/drawingml/2006/main">
            <a:off x="13687425" y="8115300"/>
            <a:ext cx="3295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Every rule plays back; a first app from the BRD</a:t>
            </a:r>
          </a:p>
        </p:txBody>
      </p:sp>
      <p:sp>
        <p:nvSpPr>
          <p:cNvPr id="164" name="Security statement">
            <a:extLst xmlns:a="http://schemas.openxmlformats.org/drawingml/2006/main">
              <a:ext uri="{FF2B5EF4-FFF2-40B4-BE49-F238E27FC236}">
                <a16:creationId xmlns:a16="http://schemas.microsoft.com/office/drawing/2014/main" id="{E9027357-59BF-450D-9639-EB562B402E36}"/>
              </a:ext>
            </a:extLst>
          </p:cNvPr>
          <p:cNvSpPr>
            <a:spLocks xmlns:a="http://schemas.openxmlformats.org/drawingml/2006/main" noGrp="1"/>
          </p:cNvSpPr>
          <p:nvPr/>
        </p:nvSpPr>
        <p:spPr>
          <a:xfrm xmlns:a="http://schemas.openxmlformats.org/drawingml/2006/main">
            <a:off x="1047750" y="9382125"/>
            <a:ext cx="1638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API keys stay server-side. The generated app runs sandboxed with no network access.</a:t>
            </a:r>
          </a:p>
        </p:txBody>
      </p:sp>
    </p:spTree>
    <p:extLst>
      <p:ext uri="{BB962C8B-B14F-4D97-AF65-F5344CB8AC3E}">
        <p14:creationId xmlns:p14="http://schemas.microsoft.com/office/powerpoint/2010/main" val="26699392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9" name="Google Shape;139;p4">
            <a:extLst xmlns:a="http://schemas.openxmlformats.org/drawingml/2006/main">
              <a:ext uri="{FF2B5EF4-FFF2-40B4-BE49-F238E27FC236}">
                <a16:creationId xmlns:a16="http://schemas.microsoft.com/office/drawing/2014/main" id="{739E7ED4-3523-4F58-8F92-FD1CC33A6251}"/>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8bdf15ee66e24f49">
              <a:alphaModFix/>
            </a:blip>
            <a:stretch>
              <a:fillRect l="-7180" t="-19076" r="-3000" b="-11427"/>
            </a:stretch>
          </a:blipFill>
          <a:ln xmlns:a="http://schemas.openxmlformats.org/drawingml/2006/main">
            <a:noFill/>
          </a:ln>
        </p:spPr>
      </p:sp>
      <p:sp>
        <p:nvSpPr>
          <p:cNvPr id="140" name="Google Shape;140;p4">
            <a:extLst xmlns:a="http://schemas.openxmlformats.org/drawingml/2006/main">
              <a:ext uri="{FF2B5EF4-FFF2-40B4-BE49-F238E27FC236}">
                <a16:creationId xmlns:a16="http://schemas.microsoft.com/office/drawing/2014/main" id="{ADEE3963-C9EA-40E4-8D68-D9DC9473E105}"/>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1bacc0e8957a4576">
              <a:alphaModFix/>
            </a:blip>
            <a:stretch>
              <a:fillRect l="0" t="0" r="0" b="0"/>
            </a:stretch>
          </a:blipFill>
          <a:ln xmlns:a="http://schemas.openxmlformats.org/drawingml/2006/main">
            <a:noFill/>
          </a:ln>
        </p:spPr>
      </p:sp>
      <p:sp>
        <p:nvSpPr>
          <p:cNvPr id="141" name="Section title">
            <a:extLst xmlns:a="http://schemas.openxmlformats.org/drawingml/2006/main">
              <a:ext uri="{FF2B5EF4-FFF2-40B4-BE49-F238E27FC236}">
                <a16:creationId xmlns:a16="http://schemas.microsoft.com/office/drawing/2014/main" id="{7B17A30F-2ECC-44D7-B616-9F66F87526B0}"/>
              </a:ext>
            </a:extLst>
          </p:cNvPr>
          <p:cNvSpPr>
            <a:spLocks xmlns:a="http://schemas.openxmlformats.org/drawingml/2006/main" noGrp="1"/>
          </p:cNvSpPr>
          <p:nvPr/>
        </p:nvSpPr>
        <p:spPr>
          <a:xfrm xmlns:a="http://schemas.openxmlformats.org/drawingml/2006/main">
            <a:off x="1028700" y="838200"/>
            <a:ext cx="1638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0">
                <a:solidFill>
                  <a:srgbClr val="5DE0E6"/>
                </a:solidFill>
                <a:latin typeface="Times"/>
                <a:ea typeface="Times"/>
                <a:cs typeface="Times"/>
              </a:defRPr>
            </a:pPr>
            <a:r>
              <a:rPr sz="8250" b="0">
                <a:solidFill>
                  <a:srgbClr val="5DE0E6"/>
                </a:solidFill>
                <a:latin typeface="Times"/>
                <a:ea typeface="Times"/>
                <a:cs typeface="Times"/>
              </a:rPr>
              <a:t>How it works</a:t>
            </a:r>
          </a:p>
        </p:txBody>
      </p:sp>
      <p:sp>
        <p:nvSpPr>
          <p:cNvPr id="142" name="Process subtitle">
            <a:extLst xmlns:a="http://schemas.openxmlformats.org/drawingml/2006/main">
              <a:ext uri="{FF2B5EF4-FFF2-40B4-BE49-F238E27FC236}">
                <a16:creationId xmlns:a16="http://schemas.microsoft.com/office/drawing/2014/main" id="{5B7F1CA8-ED60-4A21-ADA4-5572F7E04C5C}"/>
              </a:ext>
            </a:extLst>
          </p:cNvPr>
          <p:cNvSpPr>
            <a:spLocks xmlns:a="http://schemas.openxmlformats.org/drawingml/2006/main" noGrp="1"/>
          </p:cNvSpPr>
          <p:nvPr/>
        </p:nvSpPr>
        <p:spPr>
          <a:xfrm xmlns:a="http://schemas.openxmlformats.org/drawingml/2006/main">
            <a:off x="1047750" y="2657475"/>
            <a:ext cx="1609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93C4C"/>
                </a:solidFill>
                <a:latin typeface="Arial"/>
                <a:ea typeface="Arial"/>
                <a:cs typeface="Arial"/>
              </a:defRPr>
            </a:pPr>
            <a:r>
              <a:rPr sz="3000" b="1">
                <a:solidFill>
                  <a:srgbClr val="193C4C"/>
                </a:solidFill>
                <a:latin typeface="Arial"/>
                <a:ea typeface="Arial"/>
                <a:cs typeface="Arial"/>
              </a:rPr>
              <a:t>One conversation becomes a BRD the owner can hear and a vendor can build</a:t>
            </a:r>
          </a:p>
        </p:txBody>
      </p:sp>
      <p:sp>
        <p:nvSpPr>
          <p:cNvPr id="143" name="Step 1">
            <a:extLst xmlns:a="http://schemas.openxmlformats.org/drawingml/2006/main">
              <a:ext uri="{FF2B5EF4-FFF2-40B4-BE49-F238E27FC236}">
                <a16:creationId xmlns:a16="http://schemas.microsoft.com/office/drawing/2014/main" id="{B97EDFB2-DD74-4741-86E2-C33672D21832}"/>
              </a:ext>
            </a:extLst>
          </p:cNvPr>
          <p:cNvSpPr>
            <a:spLocks xmlns:a="http://schemas.openxmlformats.org/drawingml/2006/main" noGrp="1"/>
          </p:cNvSpPr>
          <p:nvPr/>
        </p:nvSpPr>
        <p:spPr>
          <a:xfrm xmlns:a="http://schemas.openxmlformats.org/drawingml/2006/main">
            <a:off x="1047750" y="3714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44" name="Step 1 heading">
            <a:extLst xmlns:a="http://schemas.openxmlformats.org/drawingml/2006/main">
              <a:ext uri="{FF2B5EF4-FFF2-40B4-BE49-F238E27FC236}">
                <a16:creationId xmlns:a16="http://schemas.microsoft.com/office/drawing/2014/main" id="{00319A1B-7EE6-43E1-96E7-9E9A463DD9BD}"/>
              </a:ext>
            </a:extLst>
          </p:cNvPr>
          <p:cNvSpPr>
            <a:spLocks xmlns:a="http://schemas.openxmlformats.org/drawingml/2006/main" noGrp="1"/>
          </p:cNvSpPr>
          <p:nvPr/>
        </p:nvSpPr>
        <p:spPr>
          <a:xfrm xmlns:a="http://schemas.openxmlformats.org/drawingml/2006/main">
            <a:off x="1257300" y="3886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01  Speak</a:t>
            </a:r>
          </a:p>
        </p:txBody>
      </p:sp>
      <p:sp>
        <p:nvSpPr>
          <p:cNvPr id="145" name="Step 1 details">
            <a:extLst xmlns:a="http://schemas.openxmlformats.org/drawingml/2006/main">
              <a:ext uri="{FF2B5EF4-FFF2-40B4-BE49-F238E27FC236}">
                <a16:creationId xmlns:a16="http://schemas.microsoft.com/office/drawing/2014/main" id="{01BF1883-A501-47B9-9C5B-3434F88C1140}"/>
              </a:ext>
            </a:extLst>
          </p:cNvPr>
          <p:cNvSpPr>
            <a:spLocks xmlns:a="http://schemas.openxmlformats.org/drawingml/2006/main" noGrp="1"/>
          </p:cNvSpPr>
          <p:nvPr/>
        </p:nvSpPr>
        <p:spPr>
          <a:xfrm xmlns:a="http://schemas.openxmlformats.org/drawingml/2006/main">
            <a:off x="1257300" y="4400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Owner describes the business in their language.</a:t>
            </a:r>
          </a:p>
        </p:txBody>
      </p:sp>
      <p:sp>
        <p:nvSpPr>
          <p:cNvPr id="146" name="Step 2">
            <a:extLst xmlns:a="http://schemas.openxmlformats.org/drawingml/2006/main">
              <a:ext uri="{FF2B5EF4-FFF2-40B4-BE49-F238E27FC236}">
                <a16:creationId xmlns:a16="http://schemas.microsoft.com/office/drawing/2014/main" id="{F05593ED-5173-4F8E-AE6F-77A4BFF3EB9A}"/>
              </a:ext>
            </a:extLst>
          </p:cNvPr>
          <p:cNvSpPr>
            <a:spLocks xmlns:a="http://schemas.openxmlformats.org/drawingml/2006/main" noGrp="1"/>
          </p:cNvSpPr>
          <p:nvPr/>
        </p:nvSpPr>
        <p:spPr>
          <a:xfrm xmlns:a="http://schemas.openxmlformats.org/drawingml/2006/main">
            <a:off x="5191125" y="3714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47" name="Step 2 heading">
            <a:extLst xmlns:a="http://schemas.openxmlformats.org/drawingml/2006/main">
              <a:ext uri="{FF2B5EF4-FFF2-40B4-BE49-F238E27FC236}">
                <a16:creationId xmlns:a16="http://schemas.microsoft.com/office/drawing/2014/main" id="{851C78B9-68EA-4F58-915E-FFB121E08486}"/>
              </a:ext>
            </a:extLst>
          </p:cNvPr>
          <p:cNvSpPr>
            <a:spLocks xmlns:a="http://schemas.openxmlformats.org/drawingml/2006/main" noGrp="1"/>
          </p:cNvSpPr>
          <p:nvPr/>
        </p:nvSpPr>
        <p:spPr>
          <a:xfrm xmlns:a="http://schemas.openxmlformats.org/drawingml/2006/main">
            <a:off x="5400675" y="3886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02  Understand</a:t>
            </a:r>
          </a:p>
        </p:txBody>
      </p:sp>
      <p:sp>
        <p:nvSpPr>
          <p:cNvPr id="148" name="Step 2 details">
            <a:extLst xmlns:a="http://schemas.openxmlformats.org/drawingml/2006/main">
              <a:ext uri="{FF2B5EF4-FFF2-40B4-BE49-F238E27FC236}">
                <a16:creationId xmlns:a16="http://schemas.microsoft.com/office/drawing/2014/main" id="{B59230C7-90A8-46F4-BA9A-2064AE5D970C}"/>
              </a:ext>
            </a:extLst>
          </p:cNvPr>
          <p:cNvSpPr>
            <a:spLocks xmlns:a="http://schemas.openxmlformats.org/drawingml/2006/main" noGrp="1"/>
          </p:cNvSpPr>
          <p:nvPr/>
        </p:nvSpPr>
        <p:spPr>
          <a:xfrm xmlns:a="http://schemas.openxmlformats.org/drawingml/2006/main">
            <a:off x="5400675" y="4400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Saaras v4 transcribes code-mixed speech with timestamps.</a:t>
            </a:r>
          </a:p>
        </p:txBody>
      </p:sp>
      <p:sp>
        <p:nvSpPr>
          <p:cNvPr id="149" name="Step 3">
            <a:extLst xmlns:a="http://schemas.openxmlformats.org/drawingml/2006/main">
              <a:ext uri="{FF2B5EF4-FFF2-40B4-BE49-F238E27FC236}">
                <a16:creationId xmlns:a16="http://schemas.microsoft.com/office/drawing/2014/main" id="{C9E67F78-AC62-4D8C-A12A-CBB621602A7E}"/>
              </a:ext>
            </a:extLst>
          </p:cNvPr>
          <p:cNvSpPr>
            <a:spLocks xmlns:a="http://schemas.openxmlformats.org/drawingml/2006/main" noGrp="1"/>
          </p:cNvSpPr>
          <p:nvPr/>
        </p:nvSpPr>
        <p:spPr>
          <a:xfrm xmlns:a="http://schemas.openxmlformats.org/drawingml/2006/main">
            <a:off x="9334500" y="3714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0" name="Step 3 heading">
            <a:extLst xmlns:a="http://schemas.openxmlformats.org/drawingml/2006/main">
              <a:ext uri="{FF2B5EF4-FFF2-40B4-BE49-F238E27FC236}">
                <a16:creationId xmlns:a16="http://schemas.microsoft.com/office/drawing/2014/main" id="{639A8407-E306-43B7-8848-ABACE2302CE6}"/>
              </a:ext>
            </a:extLst>
          </p:cNvPr>
          <p:cNvSpPr>
            <a:spLocks xmlns:a="http://schemas.openxmlformats.org/drawingml/2006/main" noGrp="1"/>
          </p:cNvSpPr>
          <p:nvPr/>
        </p:nvSpPr>
        <p:spPr>
          <a:xfrm xmlns:a="http://schemas.openxmlformats.org/drawingml/2006/main">
            <a:off x="9544050" y="3886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03  Interview</a:t>
            </a:r>
          </a:p>
        </p:txBody>
      </p:sp>
      <p:sp>
        <p:nvSpPr>
          <p:cNvPr id="151" name="Step 3 details">
            <a:extLst xmlns:a="http://schemas.openxmlformats.org/drawingml/2006/main">
              <a:ext uri="{FF2B5EF4-FFF2-40B4-BE49-F238E27FC236}">
                <a16:creationId xmlns:a16="http://schemas.microsoft.com/office/drawing/2014/main" id="{7C10E173-5F7D-4053-B47E-A73F64C731E0}"/>
              </a:ext>
            </a:extLst>
          </p:cNvPr>
          <p:cNvSpPr>
            <a:spLocks xmlns:a="http://schemas.openxmlformats.org/drawingml/2006/main" noGrp="1"/>
          </p:cNvSpPr>
          <p:nvPr/>
        </p:nvSpPr>
        <p:spPr>
          <a:xfrm xmlns:a="http://schemas.openxmlformats.org/drawingml/2006/main">
            <a:off x="9544050" y="4400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The agent asks for the missing goal, users, budget or timeline, aloud.</a:t>
            </a:r>
          </a:p>
        </p:txBody>
      </p:sp>
      <p:sp>
        <p:nvSpPr>
          <p:cNvPr id="152" name="Step 4">
            <a:extLst xmlns:a="http://schemas.openxmlformats.org/drawingml/2006/main">
              <a:ext uri="{FF2B5EF4-FFF2-40B4-BE49-F238E27FC236}">
                <a16:creationId xmlns:a16="http://schemas.microsoft.com/office/drawing/2014/main" id="{4A10C6F9-8E38-4783-9D59-22E3CF8C05B3}"/>
              </a:ext>
            </a:extLst>
          </p:cNvPr>
          <p:cNvSpPr>
            <a:spLocks xmlns:a="http://schemas.openxmlformats.org/drawingml/2006/main" noGrp="1"/>
          </p:cNvSpPr>
          <p:nvPr/>
        </p:nvSpPr>
        <p:spPr>
          <a:xfrm xmlns:a="http://schemas.openxmlformats.org/drawingml/2006/main">
            <a:off x="13477875" y="3714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3" name="Step 4 heading">
            <a:extLst xmlns:a="http://schemas.openxmlformats.org/drawingml/2006/main">
              <a:ext uri="{FF2B5EF4-FFF2-40B4-BE49-F238E27FC236}">
                <a16:creationId xmlns:a16="http://schemas.microsoft.com/office/drawing/2014/main" id="{E5D2D86F-B835-4133-9A8E-ADA80D4BF89C}"/>
              </a:ext>
            </a:extLst>
          </p:cNvPr>
          <p:cNvSpPr>
            <a:spLocks xmlns:a="http://schemas.openxmlformats.org/drawingml/2006/main" noGrp="1"/>
          </p:cNvSpPr>
          <p:nvPr/>
        </p:nvSpPr>
        <p:spPr>
          <a:xfrm xmlns:a="http://schemas.openxmlformats.org/drawingml/2006/main">
            <a:off x="13687425" y="3886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04  Extract</a:t>
            </a:r>
          </a:p>
        </p:txBody>
      </p:sp>
      <p:sp>
        <p:nvSpPr>
          <p:cNvPr id="154" name="Step 4 details">
            <a:extLst xmlns:a="http://schemas.openxmlformats.org/drawingml/2006/main">
              <a:ext uri="{FF2B5EF4-FFF2-40B4-BE49-F238E27FC236}">
                <a16:creationId xmlns:a16="http://schemas.microsoft.com/office/drawing/2014/main" id="{2D65B53D-8C16-4BBE-8854-1786F004E7C8}"/>
              </a:ext>
            </a:extLst>
          </p:cNvPr>
          <p:cNvSpPr>
            <a:spLocks xmlns:a="http://schemas.openxmlformats.org/drawingml/2006/main" noGrp="1"/>
          </p:cNvSpPr>
          <p:nvPr/>
        </p:nvSpPr>
        <p:spPr>
          <a:xfrm xmlns:a="http://schemas.openxmlformats.org/drawingml/2006/main">
            <a:off x="13687425" y="4400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Requirements with verbatim quotes and spoken numbers.</a:t>
            </a:r>
          </a:p>
        </p:txBody>
      </p:sp>
      <p:sp>
        <p:nvSpPr>
          <p:cNvPr id="155" name="Step 5">
            <a:extLst xmlns:a="http://schemas.openxmlformats.org/drawingml/2006/main">
              <a:ext uri="{FF2B5EF4-FFF2-40B4-BE49-F238E27FC236}">
                <a16:creationId xmlns:a16="http://schemas.microsoft.com/office/drawing/2014/main" id="{0ED322BC-D6C5-4A87-B0F9-5BE6AA4588EF}"/>
              </a:ext>
            </a:extLst>
          </p:cNvPr>
          <p:cNvSpPr>
            <a:spLocks xmlns:a="http://schemas.openxmlformats.org/drawingml/2006/main" noGrp="1"/>
          </p:cNvSpPr>
          <p:nvPr/>
        </p:nvSpPr>
        <p:spPr>
          <a:xfrm xmlns:a="http://schemas.openxmlformats.org/drawingml/2006/main">
            <a:off x="1047750" y="6762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6" name="Step 5 heading">
            <a:extLst xmlns:a="http://schemas.openxmlformats.org/drawingml/2006/main">
              <a:ext uri="{FF2B5EF4-FFF2-40B4-BE49-F238E27FC236}">
                <a16:creationId xmlns:a16="http://schemas.microsoft.com/office/drawing/2014/main" id="{1BDB6033-CACE-4B93-B426-D3A6C78D3E1B}"/>
              </a:ext>
            </a:extLst>
          </p:cNvPr>
          <p:cNvSpPr>
            <a:spLocks xmlns:a="http://schemas.openxmlformats.org/drawingml/2006/main" noGrp="1"/>
          </p:cNvSpPr>
          <p:nvPr/>
        </p:nvSpPr>
        <p:spPr>
          <a:xfrm xmlns:a="http://schemas.openxmlformats.org/drawingml/2006/main">
            <a:off x="1257300" y="6934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05  Verify</a:t>
            </a:r>
          </a:p>
        </p:txBody>
      </p:sp>
      <p:sp>
        <p:nvSpPr>
          <p:cNvPr id="157" name="Step 5 details">
            <a:extLst xmlns:a="http://schemas.openxmlformats.org/drawingml/2006/main">
              <a:ext uri="{FF2B5EF4-FFF2-40B4-BE49-F238E27FC236}">
                <a16:creationId xmlns:a16="http://schemas.microsoft.com/office/drawing/2014/main" id="{BCE8D447-9107-45A9-95E9-AD0E31747A17}"/>
              </a:ext>
            </a:extLst>
          </p:cNvPr>
          <p:cNvSpPr>
            <a:spLocks xmlns:a="http://schemas.openxmlformats.org/drawingml/2006/main" noGrp="1"/>
          </p:cNvSpPr>
          <p:nvPr/>
        </p:nvSpPr>
        <p:spPr>
          <a:xfrm xmlns:a="http://schemas.openxmlformats.org/drawingml/2006/main">
            <a:off x="1257300" y="7448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Unspoken numbers and invented items are blocked, visibly.</a:t>
            </a:r>
          </a:p>
        </p:txBody>
      </p:sp>
      <p:sp>
        <p:nvSpPr>
          <p:cNvPr id="158" name="Step 6">
            <a:extLst xmlns:a="http://schemas.openxmlformats.org/drawingml/2006/main">
              <a:ext uri="{FF2B5EF4-FFF2-40B4-BE49-F238E27FC236}">
                <a16:creationId xmlns:a16="http://schemas.microsoft.com/office/drawing/2014/main" id="{BCCE9070-70CD-4E4C-855E-EA40D503472C}"/>
              </a:ext>
            </a:extLst>
          </p:cNvPr>
          <p:cNvSpPr>
            <a:spLocks xmlns:a="http://schemas.openxmlformats.org/drawingml/2006/main" noGrp="1"/>
          </p:cNvSpPr>
          <p:nvPr/>
        </p:nvSpPr>
        <p:spPr>
          <a:xfrm xmlns:a="http://schemas.openxmlformats.org/drawingml/2006/main">
            <a:off x="5191125" y="6762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9" name="Step 6 heading">
            <a:extLst xmlns:a="http://schemas.openxmlformats.org/drawingml/2006/main">
              <a:ext uri="{FF2B5EF4-FFF2-40B4-BE49-F238E27FC236}">
                <a16:creationId xmlns:a16="http://schemas.microsoft.com/office/drawing/2014/main" id="{AA5030F4-58A2-4EF0-98DD-7D51CA5BB4E4}"/>
              </a:ext>
            </a:extLst>
          </p:cNvPr>
          <p:cNvSpPr>
            <a:spLocks xmlns:a="http://schemas.openxmlformats.org/drawingml/2006/main" noGrp="1"/>
          </p:cNvSpPr>
          <p:nvPr/>
        </p:nvSpPr>
        <p:spPr>
          <a:xfrm xmlns:a="http://schemas.openxmlformats.org/drawingml/2006/main">
            <a:off x="5400675" y="6934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06  Resolve</a:t>
            </a:r>
          </a:p>
        </p:txBody>
      </p:sp>
      <p:sp>
        <p:nvSpPr>
          <p:cNvPr id="160" name="Step 6 details">
            <a:extLst xmlns:a="http://schemas.openxmlformats.org/drawingml/2006/main">
              <a:ext uri="{FF2B5EF4-FFF2-40B4-BE49-F238E27FC236}">
                <a16:creationId xmlns:a16="http://schemas.microsoft.com/office/drawing/2014/main" id="{A7EEF80C-FBD2-4331-AE40-6B25F6A02CE6}"/>
              </a:ext>
            </a:extLst>
          </p:cNvPr>
          <p:cNvSpPr>
            <a:spLocks xmlns:a="http://schemas.openxmlformats.org/drawingml/2006/main" noGrp="1"/>
          </p:cNvSpPr>
          <p:nvPr/>
        </p:nvSpPr>
        <p:spPr>
          <a:xfrm xmlns:a="http://schemas.openxmlformats.org/drawingml/2006/main">
            <a:off x="5400675" y="7448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Conflicts between speakers are shown with both voices.</a:t>
            </a:r>
          </a:p>
        </p:txBody>
      </p:sp>
      <p:sp>
        <p:nvSpPr>
          <p:cNvPr id="161" name="Step 7">
            <a:extLst xmlns:a="http://schemas.openxmlformats.org/drawingml/2006/main">
              <a:ext uri="{FF2B5EF4-FFF2-40B4-BE49-F238E27FC236}">
                <a16:creationId xmlns:a16="http://schemas.microsoft.com/office/drawing/2014/main" id="{F0CFEC4E-C9EB-4527-92A8-655E3963C732}"/>
              </a:ext>
            </a:extLst>
          </p:cNvPr>
          <p:cNvSpPr>
            <a:spLocks xmlns:a="http://schemas.openxmlformats.org/drawingml/2006/main" noGrp="1"/>
          </p:cNvSpPr>
          <p:nvPr/>
        </p:nvSpPr>
        <p:spPr>
          <a:xfrm xmlns:a="http://schemas.openxmlformats.org/drawingml/2006/main">
            <a:off x="9334500" y="6762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62" name="Step 7 heading">
            <a:extLst xmlns:a="http://schemas.openxmlformats.org/drawingml/2006/main">
              <a:ext uri="{FF2B5EF4-FFF2-40B4-BE49-F238E27FC236}">
                <a16:creationId xmlns:a16="http://schemas.microsoft.com/office/drawing/2014/main" id="{0EED10BE-82C4-4B10-A6F0-B215613421E3}"/>
              </a:ext>
            </a:extLst>
          </p:cNvPr>
          <p:cNvSpPr>
            <a:spLocks xmlns:a="http://schemas.openxmlformats.org/drawingml/2006/main" noGrp="1"/>
          </p:cNvSpPr>
          <p:nvPr/>
        </p:nvSpPr>
        <p:spPr>
          <a:xfrm xmlns:a="http://schemas.openxmlformats.org/drawingml/2006/main">
            <a:off x="9544050" y="6934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07  Approve</a:t>
            </a:r>
          </a:p>
        </p:txBody>
      </p:sp>
      <p:sp>
        <p:nvSpPr>
          <p:cNvPr id="163" name="Step 7 details">
            <a:extLst xmlns:a="http://schemas.openxmlformats.org/drawingml/2006/main">
              <a:ext uri="{FF2B5EF4-FFF2-40B4-BE49-F238E27FC236}">
                <a16:creationId xmlns:a16="http://schemas.microsoft.com/office/drawing/2014/main" id="{C1ECD049-655A-4C6A-9F0A-AAA097770077}"/>
              </a:ext>
            </a:extLst>
          </p:cNvPr>
          <p:cNvSpPr>
            <a:spLocks xmlns:a="http://schemas.openxmlformats.org/drawingml/2006/main" noGrp="1"/>
          </p:cNvSpPr>
          <p:nvPr/>
        </p:nvSpPr>
        <p:spPr>
          <a:xfrm xmlns:a="http://schemas.openxmlformats.org/drawingml/2006/main">
            <a:off x="9544050" y="7448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Owner hears each clip and the read-back, then signs off.</a:t>
            </a:r>
          </a:p>
        </p:txBody>
      </p:sp>
      <p:sp>
        <p:nvSpPr>
          <p:cNvPr id="164" name="Step 8">
            <a:extLst xmlns:a="http://schemas.openxmlformats.org/drawingml/2006/main">
              <a:ext uri="{FF2B5EF4-FFF2-40B4-BE49-F238E27FC236}">
                <a16:creationId xmlns:a16="http://schemas.microsoft.com/office/drawing/2014/main" id="{05D45A10-FC2A-43D4-BE46-CFAC4AABB1EE}"/>
              </a:ext>
            </a:extLst>
          </p:cNvPr>
          <p:cNvSpPr>
            <a:spLocks xmlns:a="http://schemas.openxmlformats.org/drawingml/2006/main" noGrp="1"/>
          </p:cNvSpPr>
          <p:nvPr/>
        </p:nvSpPr>
        <p:spPr>
          <a:xfrm xmlns:a="http://schemas.openxmlformats.org/drawingml/2006/main">
            <a:off x="13477875" y="6762750"/>
            <a:ext cx="3571875" cy="20478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65" name="Step 8 heading">
            <a:extLst xmlns:a="http://schemas.openxmlformats.org/drawingml/2006/main">
              <a:ext uri="{FF2B5EF4-FFF2-40B4-BE49-F238E27FC236}">
                <a16:creationId xmlns:a16="http://schemas.microsoft.com/office/drawing/2014/main" id="{F6A7CE7D-98A2-474D-A80B-4255D88BA5E5}"/>
              </a:ext>
            </a:extLst>
          </p:cNvPr>
          <p:cNvSpPr>
            <a:spLocks xmlns:a="http://schemas.openxmlformats.org/drawingml/2006/main" noGrp="1"/>
          </p:cNvSpPr>
          <p:nvPr/>
        </p:nvSpPr>
        <p:spPr>
          <a:xfrm xmlns:a="http://schemas.openxmlformats.org/drawingml/2006/main">
            <a:off x="13687425" y="6934200"/>
            <a:ext cx="31527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08  Deliver</a:t>
            </a:r>
          </a:p>
        </p:txBody>
      </p:sp>
      <p:sp>
        <p:nvSpPr>
          <p:cNvPr id="166" name="Step 8 details">
            <a:extLst xmlns:a="http://schemas.openxmlformats.org/drawingml/2006/main">
              <a:ext uri="{FF2B5EF4-FFF2-40B4-BE49-F238E27FC236}">
                <a16:creationId xmlns:a16="http://schemas.microsoft.com/office/drawing/2014/main" id="{2C77A338-6C46-47F6-827C-90E9F6221C83}"/>
              </a:ext>
            </a:extLst>
          </p:cNvPr>
          <p:cNvSpPr>
            <a:spLocks xmlns:a="http://schemas.openxmlformats.org/drawingml/2006/main" noGrp="1"/>
          </p:cNvSpPr>
          <p:nvPr/>
        </p:nvSpPr>
        <p:spPr>
          <a:xfrm xmlns:a="http://schemas.openxmlformats.org/drawingml/2006/main">
            <a:off x="13687425" y="7448550"/>
            <a:ext cx="31527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BRD in 7 languages, Jira CSV, generated app, voice trace.</a:t>
            </a:r>
          </a:p>
        </p:txBody>
      </p:sp>
      <p:cxnSp>
        <p:nvCxnSpPr>
          <p:cNvPr id="207" name=""/>
          <p:cNvCxnSpPr>
            <a:stCxn xmlns:a="http://schemas.openxmlformats.org/drawingml/2006/main" id="143" idx="3"/>
            <a:endCxn xmlns:a="http://schemas.openxmlformats.org/drawingml/2006/main" id="146" idx="1"/>
          </p:cNvCxnSpPr>
          <p:nvPr/>
        </p:nvCxnSpPr>
        <p:spPr>
          <a:xfrm xmlns:a="http://schemas.openxmlformats.org/drawingml/2006/main">
            <a:off x="4619625" y="4738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08" name=""/>
          <p:cNvCxnSpPr>
            <a:stCxn xmlns:a="http://schemas.openxmlformats.org/drawingml/2006/main" id="146" idx="3"/>
            <a:endCxn xmlns:a="http://schemas.openxmlformats.org/drawingml/2006/main" id="149" idx="1"/>
          </p:cNvCxnSpPr>
          <p:nvPr/>
        </p:nvCxnSpPr>
        <p:spPr>
          <a:xfrm xmlns:a="http://schemas.openxmlformats.org/drawingml/2006/main">
            <a:off x="8763000" y="4738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09" name=""/>
          <p:cNvCxnSpPr>
            <a:stCxn xmlns:a="http://schemas.openxmlformats.org/drawingml/2006/main" id="149" idx="3"/>
            <a:endCxn xmlns:a="http://schemas.openxmlformats.org/drawingml/2006/main" id="152" idx="1"/>
          </p:cNvCxnSpPr>
          <p:nvPr/>
        </p:nvCxnSpPr>
        <p:spPr>
          <a:xfrm xmlns:a="http://schemas.openxmlformats.org/drawingml/2006/main">
            <a:off x="12906375" y="4738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10" name=""/>
          <p:cNvCxnSpPr>
            <a:stCxn xmlns:a="http://schemas.openxmlformats.org/drawingml/2006/main" id="155" idx="3"/>
            <a:endCxn xmlns:a="http://schemas.openxmlformats.org/drawingml/2006/main" id="158" idx="1"/>
          </p:cNvCxnSpPr>
          <p:nvPr/>
        </p:nvCxnSpPr>
        <p:spPr>
          <a:xfrm xmlns:a="http://schemas.openxmlformats.org/drawingml/2006/main">
            <a:off x="4619625" y="7786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11" name=""/>
          <p:cNvCxnSpPr>
            <a:stCxn xmlns:a="http://schemas.openxmlformats.org/drawingml/2006/main" id="158" idx="3"/>
            <a:endCxn xmlns:a="http://schemas.openxmlformats.org/drawingml/2006/main" id="161" idx="1"/>
          </p:cNvCxnSpPr>
          <p:nvPr/>
        </p:nvCxnSpPr>
        <p:spPr>
          <a:xfrm xmlns:a="http://schemas.openxmlformats.org/drawingml/2006/main">
            <a:off x="8763000" y="7786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12" name=""/>
          <p:cNvCxnSpPr>
            <a:stCxn xmlns:a="http://schemas.openxmlformats.org/drawingml/2006/main" id="161" idx="3"/>
            <a:endCxn xmlns:a="http://schemas.openxmlformats.org/drawingml/2006/main" id="164" idx="1"/>
          </p:cNvCxnSpPr>
          <p:nvPr/>
        </p:nvCxnSpPr>
        <p:spPr>
          <a:xfrm xmlns:a="http://schemas.openxmlformats.org/drawingml/2006/main">
            <a:off x="12906375" y="7786688"/>
            <a:ext cx="57150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sp>
        <p:nvSpPr>
          <p:cNvPr id="173" name="Process row continuation">
            <a:extLst xmlns:a="http://schemas.openxmlformats.org/drawingml/2006/main">
              <a:ext uri="{FF2B5EF4-FFF2-40B4-BE49-F238E27FC236}">
                <a16:creationId xmlns:a16="http://schemas.microsoft.com/office/drawing/2014/main" id="{84C3BCCA-B164-4BBD-A335-99765FB0CC21}"/>
              </a:ext>
            </a:extLst>
          </p:cNvPr>
          <p:cNvSpPr>
            <a:spLocks xmlns:a="http://schemas.openxmlformats.org/drawingml/2006/main" noGrp="1"/>
          </p:cNvSpPr>
          <p:nvPr/>
        </p:nvSpPr>
        <p:spPr>
          <a:xfrm xmlns:a="http://schemas.openxmlformats.org/drawingml/2006/main">
            <a:off x="1047750" y="5962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84"/>
                </a:solidFill>
                <a:latin typeface="Arial"/>
                <a:ea typeface="Arial"/>
                <a:cs typeface="Arial"/>
              </a:defRPr>
            </a:pPr>
            <a:r>
              <a:rPr sz="2025" b="0">
                <a:solidFill>
                  <a:srgbClr val="007D84"/>
                </a:solidFill>
                <a:latin typeface="Arial"/>
                <a:ea typeface="Arial"/>
                <a:cs typeface="Arial"/>
              </a:rPr>
              <a:t>The same verifier runs in Python and in the browser</a:t>
            </a:r>
          </a:p>
        </p:txBody>
      </p:sp>
      <p:sp>
        <p:nvSpPr>
          <p:cNvPr id="174" name="Step 4 to 5 descent">
            <a:extLst xmlns:a="http://schemas.openxmlformats.org/drawingml/2006/main">
              <a:ext uri="{FF2B5EF4-FFF2-40B4-BE49-F238E27FC236}">
                <a16:creationId xmlns:a16="http://schemas.microsoft.com/office/drawing/2014/main" id="{0E7D9FA9-0ED5-4D44-B48E-8CE3FDEF7290}"/>
              </a:ext>
            </a:extLst>
          </p:cNvPr>
          <p:cNvSpPr>
            <a:spLocks xmlns:a="http://schemas.openxmlformats.org/drawingml/2006/main" noGrp="1"/>
          </p:cNvSpPr>
          <p:nvPr/>
        </p:nvSpPr>
        <p:spPr>
          <a:xfrm xmlns:a="http://schemas.openxmlformats.org/drawingml/2006/main">
            <a:off x="15263813" y="5762625"/>
            <a:ext cx="0" cy="657225"/>
          </a:xfrm>
          <a:prstGeom xmlns:a="http://schemas.openxmlformats.org/drawingml/2006/main" prst="line">
            <a:avLst/>
          </a:prstGeom>
          <a:noFill xmlns:a="http://schemas.openxmlformats.org/drawingml/2006/main"/>
          <a:ln xmlns:a="http://schemas.openxmlformats.org/drawingml/2006/main" w="19050">
            <a:solidFill>
              <a:srgbClr val="365F6C"/>
            </a:solidFill>
          </a:ln>
        </p:spPr>
      </p:sp>
      <p:sp>
        <p:nvSpPr>
          <p:cNvPr id="175" name="Step 4 to 5 return">
            <a:extLst xmlns:a="http://schemas.openxmlformats.org/drawingml/2006/main">
              <a:ext uri="{FF2B5EF4-FFF2-40B4-BE49-F238E27FC236}">
                <a16:creationId xmlns:a16="http://schemas.microsoft.com/office/drawing/2014/main" id="{C851C0B5-75BF-4170-B5B5-BF5DC1A432B4}"/>
              </a:ext>
            </a:extLst>
          </p:cNvPr>
          <p:cNvSpPr>
            <a:spLocks xmlns:a="http://schemas.openxmlformats.org/drawingml/2006/main" noGrp="1"/>
          </p:cNvSpPr>
          <p:nvPr/>
        </p:nvSpPr>
        <p:spPr>
          <a:xfrm xmlns:a="http://schemas.openxmlformats.org/drawingml/2006/main">
            <a:off x="2833688" y="6419850"/>
            <a:ext cx="12430125" cy="0"/>
          </a:xfrm>
          <a:prstGeom xmlns:a="http://schemas.openxmlformats.org/drawingml/2006/main" prst="line">
            <a:avLst/>
          </a:prstGeom>
          <a:noFill xmlns:a="http://schemas.openxmlformats.org/drawingml/2006/main"/>
          <a:ln xmlns:a="http://schemas.openxmlformats.org/drawingml/2006/main" w="19050">
            <a:solidFill>
              <a:srgbClr val="365F6C"/>
            </a:solidFill>
          </a:ln>
        </p:spPr>
      </p:sp>
      <p:sp>
        <p:nvSpPr>
          <p:cNvPr id="176" name="Step 5 entry">
            <a:extLst xmlns:a="http://schemas.openxmlformats.org/drawingml/2006/main">
              <a:ext uri="{FF2B5EF4-FFF2-40B4-BE49-F238E27FC236}">
                <a16:creationId xmlns:a16="http://schemas.microsoft.com/office/drawing/2014/main" id="{B01CE9BE-2B01-452E-9B21-4CBF78DFDE37}"/>
              </a:ext>
            </a:extLst>
          </p:cNvPr>
          <p:cNvSpPr>
            <a:spLocks xmlns:a="http://schemas.openxmlformats.org/drawingml/2006/main" noGrp="1"/>
          </p:cNvSpPr>
          <p:nvPr/>
        </p:nvSpPr>
        <p:spPr>
          <a:xfrm xmlns:a="http://schemas.openxmlformats.org/drawingml/2006/main">
            <a:off x="2833688" y="6419850"/>
            <a:ext cx="0" cy="342900"/>
          </a:xfrm>
          <a:prstGeom xmlns:a="http://schemas.openxmlformats.org/drawingml/2006/main" prst="line">
            <a:avLst/>
          </a:prstGeom>
          <a:noFill xmlns:a="http://schemas.openxmlformats.org/drawingml/2006/main"/>
          <a:ln xmlns:a="http://schemas.openxmlformats.org/drawingml/2006/main" w="19050">
            <a:solidFill>
              <a:srgbClr val="365F6C"/>
            </a:solidFill>
          </a:ln>
        </p:spPr>
      </p:sp>
      <p:sp>
        <p:nvSpPr>
          <p:cNvPr id="177" name="Step 5 direction">
            <a:extLst xmlns:a="http://schemas.openxmlformats.org/drawingml/2006/main">
              <a:ext uri="{FF2B5EF4-FFF2-40B4-BE49-F238E27FC236}">
                <a16:creationId xmlns:a16="http://schemas.microsoft.com/office/drawing/2014/main" id="{3769EBF7-06C2-4DBC-ADA5-B33A39A7D8A7}"/>
              </a:ext>
            </a:extLst>
          </p:cNvPr>
          <p:cNvSpPr>
            <a:spLocks xmlns:a="http://schemas.openxmlformats.org/drawingml/2006/main" noGrp="1"/>
          </p:cNvSpPr>
          <p:nvPr/>
        </p:nvSpPr>
        <p:spPr>
          <a:xfrm xmlns:a="http://schemas.openxmlformats.org/drawingml/2006/main" rot="10800000">
            <a:off x="2767013" y="6638925"/>
            <a:ext cx="133350" cy="123825"/>
          </a:xfrm>
          <a:prstGeom xmlns:a="http://schemas.openxmlformats.org/drawingml/2006/main" prst="triangle">
            <a:avLst/>
          </a:prstGeom>
          <a:solidFill xmlns:a="http://schemas.openxmlformats.org/drawingml/2006/main">
            <a:srgbClr val="365F6C"/>
          </a:solidFill>
          <a:ln xmlns:a="http://schemas.openxmlformats.org/drawingml/2006/main" w="0">
            <a:noFill/>
          </a:ln>
        </p:spPr>
      </p:sp>
      <p:sp>
        <p:nvSpPr>
          <p:cNvPr id="178" name="Process rule example">
            <a:extLst xmlns:a="http://schemas.openxmlformats.org/drawingml/2006/main">
              <a:ext uri="{FF2B5EF4-FFF2-40B4-BE49-F238E27FC236}">
                <a16:creationId xmlns:a16="http://schemas.microsoft.com/office/drawing/2014/main" id="{B7D0CCD8-38A5-47FC-830A-14F998144EE5}"/>
              </a:ext>
            </a:extLst>
          </p:cNvPr>
          <p:cNvSpPr>
            <a:spLocks xmlns:a="http://schemas.openxmlformats.org/drawingml/2006/main" noGrp="1"/>
          </p:cNvSpPr>
          <p:nvPr/>
        </p:nvSpPr>
        <p:spPr>
          <a:xfrm xmlns:a="http://schemas.openxmlformats.org/drawingml/2006/main">
            <a:off x="1047750" y="9420225"/>
            <a:ext cx="1628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93C4C"/>
                </a:solidFill>
                <a:latin typeface="Arial"/>
                <a:ea typeface="Arial"/>
                <a:cs typeface="Arial"/>
              </a:defRPr>
            </a:pPr>
            <a:r>
              <a:rPr sz="2250" b="0">
                <a:solidFill>
                  <a:srgbClr val="193C4C"/>
                </a:solidFill>
                <a:latin typeface="Arial"/>
                <a:ea typeface="Arial"/>
                <a:cs typeface="Arial"/>
              </a:rPr>
              <a:t>Example: reorder cardamom below 50 kg (owner) vs below 100 kg (manager): VAANI asks, not guesses.</a:t>
            </a:r>
          </a:p>
        </p:txBody>
      </p:sp>
    </p:spTree>
    <p:extLst>
      <p:ext uri="{BB962C8B-B14F-4D97-AF65-F5344CB8AC3E}">
        <p14:creationId xmlns:p14="http://schemas.microsoft.com/office/powerpoint/2010/main" val="5348764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5" name="Google Shape;145;p5">
            <a:extLst xmlns:a="http://schemas.openxmlformats.org/drawingml/2006/main">
              <a:ext uri="{FF2B5EF4-FFF2-40B4-BE49-F238E27FC236}">
                <a16:creationId xmlns:a16="http://schemas.microsoft.com/office/drawing/2014/main" id="{606896F0-ADFC-4E4F-A73C-373F6C2F5AAE}"/>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2b00e70982b14cff">
              <a:alphaModFix/>
            </a:blip>
            <a:stretch>
              <a:fillRect l="-7180" t="-19076" r="-3000" b="-11427"/>
            </a:stretch>
          </a:blipFill>
          <a:ln xmlns:a="http://schemas.openxmlformats.org/drawingml/2006/main">
            <a:noFill/>
          </a:ln>
        </p:spPr>
      </p:sp>
      <p:sp>
        <p:nvSpPr>
          <p:cNvPr id="146" name="Google Shape;146;p5">
            <a:extLst xmlns:a="http://schemas.openxmlformats.org/drawingml/2006/main">
              <a:ext uri="{FF2B5EF4-FFF2-40B4-BE49-F238E27FC236}">
                <a16:creationId xmlns:a16="http://schemas.microsoft.com/office/drawing/2014/main" id="{F3A0BD1D-C497-4CCF-97DC-AC2F50311F85}"/>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0a61130df5a34b14">
              <a:alphaModFix/>
            </a:blip>
            <a:stretch>
              <a:fillRect l="0" t="0" r="0" b="0"/>
            </a:stretch>
          </a:blipFill>
          <a:ln xmlns:a="http://schemas.openxmlformats.org/drawingml/2006/main">
            <a:noFill/>
          </a:ln>
        </p:spPr>
      </p:sp>
      <p:sp>
        <p:nvSpPr>
          <p:cNvPr id="147" name="Google Shape;147;p5">
            <a:extLst xmlns:a="http://schemas.openxmlformats.org/drawingml/2006/main">
              <a:ext uri="{FF2B5EF4-FFF2-40B4-BE49-F238E27FC236}">
                <a16:creationId xmlns:a16="http://schemas.microsoft.com/office/drawing/2014/main" id="{00065A3B-19FF-45F9-B7AB-AB8E0B18BBB9}"/>
              </a:ext>
            </a:extLst>
          </p:cNvPr>
          <p:cNvSpPr>
            <a:spLocks xmlns:a="http://schemas.openxmlformats.org/drawingml/2006/main" noGrp="1"/>
          </p:cNvSpPr>
          <p:nvPr/>
        </p:nvSpPr>
        <p:spPr>
          <a:xfrm xmlns:a="http://schemas.openxmlformats.org/drawingml/2006/main">
            <a:off x="1028700" y="838200"/>
            <a:ext cx="16383000" cy="18246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93"/>
              </a:lnSpc>
              <a:spcBef>
                <a:spcPts val="0"/>
              </a:spcBef>
              <a:spcAft>
                <a:spcPts val="0"/>
              </a:spcAft>
              <a:buNone/>
              <a:defRPr sz="8250" b="0">
                <a:solidFill>
                  <a:srgbClr val="5DE0E6"/>
                </a:solidFill>
                <a:latin typeface="Times"/>
                <a:ea typeface="Times"/>
                <a:cs typeface="Times"/>
              </a:defRPr>
            </a:pPr>
            <a:r>
              <a:rPr sz="8250" b="0" i="0" u="none" cap="none">
                <a:solidFill>
                  <a:srgbClr val="5DE0E6"/>
                </a:solidFill>
                <a:latin typeface="Times"/>
                <a:ea typeface="Times"/>
                <a:cs typeface="Times"/>
              </a:rPr>
              <a:t>Data Flow Diagram</a:t>
            </a:r>
            <a:endParaRPr/>
          </a:p>
        </p:txBody>
      </p:sp>
      <p:sp>
        <p:nvSpPr>
          <p:cNvPr id="148" name="Feedback label">
            <a:extLst xmlns:a="http://schemas.openxmlformats.org/drawingml/2006/main">
              <a:ext uri="{FF2B5EF4-FFF2-40B4-BE49-F238E27FC236}">
                <a16:creationId xmlns:a16="http://schemas.microsoft.com/office/drawing/2014/main" id="{8101D941-0A72-4888-8525-5DBFFBC18508}"/>
              </a:ext>
            </a:extLst>
          </p:cNvPr>
          <p:cNvSpPr>
            <a:spLocks xmlns:a="http://schemas.openxmlformats.org/drawingml/2006/main" noGrp="1"/>
          </p:cNvSpPr>
          <p:nvPr/>
        </p:nvSpPr>
        <p:spPr>
          <a:xfrm xmlns:a="http://schemas.openxmlformats.org/drawingml/2006/main">
            <a:off x="4143375" y="27336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C398A"/>
                </a:solidFill>
                <a:latin typeface="Arial"/>
                <a:ea typeface="Arial"/>
                <a:cs typeface="Arial"/>
              </a:defRPr>
            </a:pPr>
            <a:r>
              <a:rPr sz="2550" b="1">
                <a:solidFill>
                  <a:srgbClr val="8C398A"/>
                </a:solidFill>
                <a:latin typeface="Arial"/>
                <a:ea typeface="Arial"/>
                <a:cs typeface="Arial"/>
              </a:rPr>
              <a:t>Every box is a real step in the running product</a:t>
            </a:r>
          </a:p>
        </p:txBody>
      </p:sp>
      <p:sp>
        <p:nvSpPr>
          <p:cNvPr id="149" name="Flow Voice / text">
            <a:extLst xmlns:a="http://schemas.openxmlformats.org/drawingml/2006/main">
              <a:ext uri="{FF2B5EF4-FFF2-40B4-BE49-F238E27FC236}">
                <a16:creationId xmlns:a16="http://schemas.microsoft.com/office/drawing/2014/main" id="{3AC7EBDA-29E1-4197-9925-0A8306178F4A}"/>
              </a:ext>
            </a:extLst>
          </p:cNvPr>
          <p:cNvSpPr>
            <a:spLocks xmlns:a="http://schemas.openxmlformats.org/drawingml/2006/main" noGrp="1"/>
          </p:cNvSpPr>
          <p:nvPr/>
        </p:nvSpPr>
        <p:spPr>
          <a:xfrm xmlns:a="http://schemas.openxmlformats.org/drawingml/2006/main">
            <a:off x="1047750" y="3733800"/>
            <a:ext cx="2876550" cy="157162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0" name="Flow Voice / text heading">
            <a:extLst xmlns:a="http://schemas.openxmlformats.org/drawingml/2006/main">
              <a:ext uri="{FF2B5EF4-FFF2-40B4-BE49-F238E27FC236}">
                <a16:creationId xmlns:a16="http://schemas.microsoft.com/office/drawing/2014/main" id="{F5479E88-32E9-46F9-A7F4-6769184DE367}"/>
              </a:ext>
            </a:extLst>
          </p:cNvPr>
          <p:cNvSpPr>
            <a:spLocks xmlns:a="http://schemas.openxmlformats.org/drawingml/2006/main" noGrp="1"/>
          </p:cNvSpPr>
          <p:nvPr/>
        </p:nvSpPr>
        <p:spPr>
          <a:xfrm xmlns:a="http://schemas.openxmlformats.org/drawingml/2006/main">
            <a:off x="1257300" y="3905250"/>
            <a:ext cx="2457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Voice / text</a:t>
            </a:r>
          </a:p>
        </p:txBody>
      </p:sp>
      <p:sp>
        <p:nvSpPr>
          <p:cNvPr id="151" name="Flow Voice / text details">
            <a:extLst xmlns:a="http://schemas.openxmlformats.org/drawingml/2006/main">
              <a:ext uri="{FF2B5EF4-FFF2-40B4-BE49-F238E27FC236}">
                <a16:creationId xmlns:a16="http://schemas.microsoft.com/office/drawing/2014/main" id="{4C2F2BA3-8DA6-497A-9B13-6B431D38C899}"/>
              </a:ext>
            </a:extLst>
          </p:cNvPr>
          <p:cNvSpPr>
            <a:spLocks xmlns:a="http://schemas.openxmlformats.org/drawingml/2006/main" noGrp="1"/>
          </p:cNvSpPr>
          <p:nvPr/>
        </p:nvSpPr>
        <p:spPr>
          <a:xfrm xmlns:a="http://schemas.openxmlformats.org/drawingml/2006/main">
            <a:off x="1257300" y="4419600"/>
            <a:ext cx="245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Owner, manager, notes</a:t>
            </a:r>
          </a:p>
        </p:txBody>
      </p:sp>
      <p:sp>
        <p:nvSpPr>
          <p:cNvPr id="152" name="Flow Sarvam AI">
            <a:extLst xmlns:a="http://schemas.openxmlformats.org/drawingml/2006/main">
              <a:ext uri="{FF2B5EF4-FFF2-40B4-BE49-F238E27FC236}">
                <a16:creationId xmlns:a16="http://schemas.microsoft.com/office/drawing/2014/main" id="{591148E5-B10A-4EF7-B088-6F2899085729}"/>
              </a:ext>
            </a:extLst>
          </p:cNvPr>
          <p:cNvSpPr>
            <a:spLocks xmlns:a="http://schemas.openxmlformats.org/drawingml/2006/main" noGrp="1"/>
          </p:cNvSpPr>
          <p:nvPr/>
        </p:nvSpPr>
        <p:spPr>
          <a:xfrm xmlns:a="http://schemas.openxmlformats.org/drawingml/2006/main">
            <a:off x="4362450" y="3733800"/>
            <a:ext cx="2876550" cy="157162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3" name="Flow Sarvam AI heading">
            <a:extLst xmlns:a="http://schemas.openxmlformats.org/drawingml/2006/main">
              <a:ext uri="{FF2B5EF4-FFF2-40B4-BE49-F238E27FC236}">
                <a16:creationId xmlns:a16="http://schemas.microsoft.com/office/drawing/2014/main" id="{7896B713-1EB7-4FBB-88D3-C27388832CF6}"/>
              </a:ext>
            </a:extLst>
          </p:cNvPr>
          <p:cNvSpPr>
            <a:spLocks xmlns:a="http://schemas.openxmlformats.org/drawingml/2006/main" noGrp="1"/>
          </p:cNvSpPr>
          <p:nvPr/>
        </p:nvSpPr>
        <p:spPr>
          <a:xfrm xmlns:a="http://schemas.openxmlformats.org/drawingml/2006/main">
            <a:off x="4572000" y="3905250"/>
            <a:ext cx="2457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Sarvam AI</a:t>
            </a:r>
          </a:p>
        </p:txBody>
      </p:sp>
      <p:sp>
        <p:nvSpPr>
          <p:cNvPr id="154" name="Flow Sarvam AI details">
            <a:extLst xmlns:a="http://schemas.openxmlformats.org/drawingml/2006/main">
              <a:ext uri="{FF2B5EF4-FFF2-40B4-BE49-F238E27FC236}">
                <a16:creationId xmlns:a16="http://schemas.microsoft.com/office/drawing/2014/main" id="{BB91DBD7-B41F-4D18-A4EC-63E801763E21}"/>
              </a:ext>
            </a:extLst>
          </p:cNvPr>
          <p:cNvSpPr>
            <a:spLocks xmlns:a="http://schemas.openxmlformats.org/drawingml/2006/main" noGrp="1"/>
          </p:cNvSpPr>
          <p:nvPr/>
        </p:nvSpPr>
        <p:spPr>
          <a:xfrm xmlns:a="http://schemas.openxmlformats.org/drawingml/2006/main">
            <a:off x="4572000" y="4419600"/>
            <a:ext cx="245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Saaras · Translate · Bulbul</a:t>
            </a:r>
          </a:p>
        </p:txBody>
      </p:sp>
      <p:sp>
        <p:nvSpPr>
          <p:cNvPr id="155" name="Flow Rule engine">
            <a:extLst xmlns:a="http://schemas.openxmlformats.org/drawingml/2006/main">
              <a:ext uri="{FF2B5EF4-FFF2-40B4-BE49-F238E27FC236}">
                <a16:creationId xmlns:a16="http://schemas.microsoft.com/office/drawing/2014/main" id="{64C3304A-9AC4-4700-AD9B-471272BF539C}"/>
              </a:ext>
            </a:extLst>
          </p:cNvPr>
          <p:cNvSpPr>
            <a:spLocks xmlns:a="http://schemas.openxmlformats.org/drawingml/2006/main" noGrp="1"/>
          </p:cNvSpPr>
          <p:nvPr/>
        </p:nvSpPr>
        <p:spPr>
          <a:xfrm xmlns:a="http://schemas.openxmlformats.org/drawingml/2006/main">
            <a:off x="7677150" y="3733800"/>
            <a:ext cx="2876550" cy="157162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6" name="Flow Rule engine heading">
            <a:extLst xmlns:a="http://schemas.openxmlformats.org/drawingml/2006/main">
              <a:ext uri="{FF2B5EF4-FFF2-40B4-BE49-F238E27FC236}">
                <a16:creationId xmlns:a16="http://schemas.microsoft.com/office/drawing/2014/main" id="{CD64C822-4A18-4E4C-929C-725A9B722742}"/>
              </a:ext>
            </a:extLst>
          </p:cNvPr>
          <p:cNvSpPr>
            <a:spLocks xmlns:a="http://schemas.openxmlformats.org/drawingml/2006/main" noGrp="1"/>
          </p:cNvSpPr>
          <p:nvPr/>
        </p:nvSpPr>
        <p:spPr>
          <a:xfrm xmlns:a="http://schemas.openxmlformats.org/drawingml/2006/main">
            <a:off x="7886700" y="3905250"/>
            <a:ext cx="2457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Interview agent</a:t>
            </a:r>
          </a:p>
        </p:txBody>
      </p:sp>
      <p:sp>
        <p:nvSpPr>
          <p:cNvPr id="157" name="Flow Rule engine details">
            <a:extLst xmlns:a="http://schemas.openxmlformats.org/drawingml/2006/main">
              <a:ext uri="{FF2B5EF4-FFF2-40B4-BE49-F238E27FC236}">
                <a16:creationId xmlns:a16="http://schemas.microsoft.com/office/drawing/2014/main" id="{F7CF7B17-EDF4-4CA6-B5AF-FE3C752FBF69}"/>
              </a:ext>
            </a:extLst>
          </p:cNvPr>
          <p:cNvSpPr>
            <a:spLocks xmlns:a="http://schemas.openxmlformats.org/drawingml/2006/main" noGrp="1"/>
          </p:cNvSpPr>
          <p:nvPr/>
        </p:nvSpPr>
        <p:spPr>
          <a:xfrm xmlns:a="http://schemas.openxmlformats.org/drawingml/2006/main">
            <a:off x="7886700" y="4419600"/>
            <a:ext cx="245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8-point gap check</a:t>
            </a:r>
          </a:p>
        </p:txBody>
      </p:sp>
      <p:sp>
        <p:nvSpPr>
          <p:cNvPr id="158" name="Flow ScreenSpec">
            <a:extLst xmlns:a="http://schemas.openxmlformats.org/drawingml/2006/main">
              <a:ext uri="{FF2B5EF4-FFF2-40B4-BE49-F238E27FC236}">
                <a16:creationId xmlns:a16="http://schemas.microsoft.com/office/drawing/2014/main" id="{821D44A9-2034-44A0-AFD3-60E2DD3C4B23}"/>
              </a:ext>
            </a:extLst>
          </p:cNvPr>
          <p:cNvSpPr>
            <a:spLocks xmlns:a="http://schemas.openxmlformats.org/drawingml/2006/main" noGrp="1"/>
          </p:cNvSpPr>
          <p:nvPr/>
        </p:nvSpPr>
        <p:spPr>
          <a:xfrm xmlns:a="http://schemas.openxmlformats.org/drawingml/2006/main">
            <a:off x="10991850" y="3733800"/>
            <a:ext cx="2876550" cy="157162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59" name="Flow ScreenSpec heading">
            <a:extLst xmlns:a="http://schemas.openxmlformats.org/drawingml/2006/main">
              <a:ext uri="{FF2B5EF4-FFF2-40B4-BE49-F238E27FC236}">
                <a16:creationId xmlns:a16="http://schemas.microsoft.com/office/drawing/2014/main" id="{B8721425-2E07-484B-827E-297512284EAC}"/>
              </a:ext>
            </a:extLst>
          </p:cNvPr>
          <p:cNvSpPr>
            <a:spLocks xmlns:a="http://schemas.openxmlformats.org/drawingml/2006/main" noGrp="1"/>
          </p:cNvSpPr>
          <p:nvPr/>
        </p:nvSpPr>
        <p:spPr>
          <a:xfrm xmlns:a="http://schemas.openxmlformats.org/drawingml/2006/main">
            <a:off x="11201400" y="3905250"/>
            <a:ext cx="2457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Extraction</a:t>
            </a:r>
          </a:p>
        </p:txBody>
      </p:sp>
      <p:sp>
        <p:nvSpPr>
          <p:cNvPr id="160" name="Flow ScreenSpec details">
            <a:extLst xmlns:a="http://schemas.openxmlformats.org/drawingml/2006/main">
              <a:ext uri="{FF2B5EF4-FFF2-40B4-BE49-F238E27FC236}">
                <a16:creationId xmlns:a16="http://schemas.microsoft.com/office/drawing/2014/main" id="{2FF49D25-A538-4A53-B8D0-AC750ADA913C}"/>
              </a:ext>
            </a:extLst>
          </p:cNvPr>
          <p:cNvSpPr>
            <a:spLocks xmlns:a="http://schemas.openxmlformats.org/drawingml/2006/main" noGrp="1"/>
          </p:cNvSpPr>
          <p:nvPr/>
        </p:nvSpPr>
        <p:spPr>
          <a:xfrm xmlns:a="http://schemas.openxmlformats.org/drawingml/2006/main">
            <a:off x="11201400" y="4419600"/>
            <a:ext cx="245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Quotes + spoken numbers</a:t>
            </a:r>
          </a:p>
        </p:txBody>
      </p:sp>
      <p:sp>
        <p:nvSpPr>
          <p:cNvPr id="161" name="Flow React renderer">
            <a:extLst xmlns:a="http://schemas.openxmlformats.org/drawingml/2006/main">
              <a:ext uri="{FF2B5EF4-FFF2-40B4-BE49-F238E27FC236}">
                <a16:creationId xmlns:a16="http://schemas.microsoft.com/office/drawing/2014/main" id="{6AE2D7DA-9994-42F5-96F1-599E8F986442}"/>
              </a:ext>
            </a:extLst>
          </p:cNvPr>
          <p:cNvSpPr>
            <a:spLocks xmlns:a="http://schemas.openxmlformats.org/drawingml/2006/main" noGrp="1"/>
          </p:cNvSpPr>
          <p:nvPr/>
        </p:nvSpPr>
        <p:spPr>
          <a:xfrm xmlns:a="http://schemas.openxmlformats.org/drawingml/2006/main">
            <a:off x="14306550" y="3733800"/>
            <a:ext cx="2876550" cy="157162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62" name="Flow React renderer heading">
            <a:extLst xmlns:a="http://schemas.openxmlformats.org/drawingml/2006/main">
              <a:ext uri="{FF2B5EF4-FFF2-40B4-BE49-F238E27FC236}">
                <a16:creationId xmlns:a16="http://schemas.microsoft.com/office/drawing/2014/main" id="{7B374D1F-6B9C-47D1-BF2D-5A17236DA64F}"/>
              </a:ext>
            </a:extLst>
          </p:cNvPr>
          <p:cNvSpPr>
            <a:spLocks xmlns:a="http://schemas.openxmlformats.org/drawingml/2006/main" noGrp="1"/>
          </p:cNvSpPr>
          <p:nvPr/>
        </p:nvSpPr>
        <p:spPr>
          <a:xfrm xmlns:a="http://schemas.openxmlformats.org/drawingml/2006/main">
            <a:off x="14516100" y="3905250"/>
            <a:ext cx="2457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Verifier</a:t>
            </a:r>
          </a:p>
        </p:txBody>
      </p:sp>
      <p:sp>
        <p:nvSpPr>
          <p:cNvPr id="163" name="Flow React renderer details">
            <a:extLst xmlns:a="http://schemas.openxmlformats.org/drawingml/2006/main">
              <a:ext uri="{FF2B5EF4-FFF2-40B4-BE49-F238E27FC236}">
                <a16:creationId xmlns:a16="http://schemas.microsoft.com/office/drawing/2014/main" id="{E82379D7-6008-459D-A347-221F1A94F3DA}"/>
              </a:ext>
            </a:extLst>
          </p:cNvPr>
          <p:cNvSpPr>
            <a:spLocks xmlns:a="http://schemas.openxmlformats.org/drawingml/2006/main" noGrp="1"/>
          </p:cNvSpPr>
          <p:nvPr/>
        </p:nvSpPr>
        <p:spPr>
          <a:xfrm xmlns:a="http://schemas.openxmlformats.org/drawingml/2006/main">
            <a:off x="14516100" y="4419600"/>
            <a:ext cx="245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Blocks what nobody said</a:t>
            </a:r>
          </a:p>
        </p:txBody>
      </p:sp>
      <p:cxnSp>
        <p:nvCxnSpPr>
          <p:cNvPr id="206" name=""/>
          <p:cNvCxnSpPr>
            <a:stCxn xmlns:a="http://schemas.openxmlformats.org/drawingml/2006/main" id="149" idx="3"/>
            <a:endCxn xmlns:a="http://schemas.openxmlformats.org/drawingml/2006/main" id="152" idx="1"/>
          </p:cNvCxnSpPr>
          <p:nvPr/>
        </p:nvCxnSpPr>
        <p:spPr>
          <a:xfrm xmlns:a="http://schemas.openxmlformats.org/drawingml/2006/main">
            <a:off x="3924300" y="4519613"/>
            <a:ext cx="43815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07" name=""/>
          <p:cNvCxnSpPr>
            <a:stCxn xmlns:a="http://schemas.openxmlformats.org/drawingml/2006/main" id="152" idx="3"/>
            <a:endCxn xmlns:a="http://schemas.openxmlformats.org/drawingml/2006/main" id="155" idx="1"/>
          </p:cNvCxnSpPr>
          <p:nvPr/>
        </p:nvCxnSpPr>
        <p:spPr>
          <a:xfrm xmlns:a="http://schemas.openxmlformats.org/drawingml/2006/main">
            <a:off x="7239000" y="4519613"/>
            <a:ext cx="43815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08" name=""/>
          <p:cNvCxnSpPr>
            <a:stCxn xmlns:a="http://schemas.openxmlformats.org/drawingml/2006/main" id="155" idx="3"/>
            <a:endCxn xmlns:a="http://schemas.openxmlformats.org/drawingml/2006/main" id="158" idx="1"/>
          </p:cNvCxnSpPr>
          <p:nvPr/>
        </p:nvCxnSpPr>
        <p:spPr>
          <a:xfrm xmlns:a="http://schemas.openxmlformats.org/drawingml/2006/main">
            <a:off x="10553700" y="4519613"/>
            <a:ext cx="43815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cxnSp>
        <p:nvCxnSpPr>
          <p:cNvPr id="209" name=""/>
          <p:cNvCxnSpPr>
            <a:stCxn xmlns:a="http://schemas.openxmlformats.org/drawingml/2006/main" id="158" idx="3"/>
            <a:endCxn xmlns:a="http://schemas.openxmlformats.org/drawingml/2006/main" id="161" idx="1"/>
          </p:cNvCxnSpPr>
          <p:nvPr/>
        </p:nvCxnSpPr>
        <p:spPr>
          <a:xfrm xmlns:a="http://schemas.openxmlformats.org/drawingml/2006/main">
            <a:off x="13868400" y="4519613"/>
            <a:ext cx="438150" cy="0"/>
          </a:xfrm>
          <a:prstGeom xmlns:a="http://schemas.openxmlformats.org/drawingml/2006/main" prst="straightConnector1">
            <a:avLst/>
          </a:prstGeom>
          <a:ln xmlns:a="http://schemas.openxmlformats.org/drawingml/2006/main" w="28575">
            <a:solidFill>
              <a:srgbClr val="365F6C"/>
            </a:solidFill>
            <a:prstDash val="solid"/>
            <a:tailEnd type="triangle" w="sm" len="sm"/>
          </a:ln>
        </p:spPr>
      </p:cxnSp>
      <p:sp>
        <p:nvSpPr>
          <p:cNvPr id="168" name="Feedback ascent">
            <a:extLst xmlns:a="http://schemas.openxmlformats.org/drawingml/2006/main">
              <a:ext uri="{FF2B5EF4-FFF2-40B4-BE49-F238E27FC236}">
                <a16:creationId xmlns:a16="http://schemas.microsoft.com/office/drawing/2014/main" id="{2B9B5751-899B-41B4-B8FB-BAC25161974E}"/>
              </a:ext>
            </a:extLst>
          </p:cNvPr>
          <p:cNvSpPr>
            <a:spLocks xmlns:a="http://schemas.openxmlformats.org/drawingml/2006/main" noGrp="1"/>
          </p:cNvSpPr>
          <p:nvPr/>
        </p:nvSpPr>
        <p:spPr>
          <a:xfrm xmlns:a="http://schemas.openxmlformats.org/drawingml/2006/main">
            <a:off x="15744825" y="3352800"/>
            <a:ext cx="0" cy="381000"/>
          </a:xfrm>
          <a:prstGeom xmlns:a="http://schemas.openxmlformats.org/drawingml/2006/main" prst="line">
            <a:avLst/>
          </a:prstGeom>
          <a:noFill xmlns:a="http://schemas.openxmlformats.org/drawingml/2006/main"/>
          <a:ln xmlns:a="http://schemas.openxmlformats.org/drawingml/2006/main" w="28575">
            <a:solidFill>
              <a:srgbClr val="8C398A"/>
            </a:solidFill>
          </a:ln>
        </p:spPr>
      </p:sp>
      <p:sp>
        <p:nvSpPr>
          <p:cNvPr id="169" name="Feedback return">
            <a:extLst xmlns:a="http://schemas.openxmlformats.org/drawingml/2006/main">
              <a:ext uri="{FF2B5EF4-FFF2-40B4-BE49-F238E27FC236}">
                <a16:creationId xmlns:a16="http://schemas.microsoft.com/office/drawing/2014/main" id="{50F19F14-7705-46F4-B2E3-82E2DA6B8D38}"/>
              </a:ext>
            </a:extLst>
          </p:cNvPr>
          <p:cNvSpPr>
            <a:spLocks xmlns:a="http://schemas.openxmlformats.org/drawingml/2006/main" noGrp="1"/>
          </p:cNvSpPr>
          <p:nvPr/>
        </p:nvSpPr>
        <p:spPr>
          <a:xfrm xmlns:a="http://schemas.openxmlformats.org/drawingml/2006/main">
            <a:off x="2486025" y="3352800"/>
            <a:ext cx="13258800" cy="0"/>
          </a:xfrm>
          <a:prstGeom xmlns:a="http://schemas.openxmlformats.org/drawingml/2006/main" prst="line">
            <a:avLst/>
          </a:prstGeom>
          <a:noFill xmlns:a="http://schemas.openxmlformats.org/drawingml/2006/main"/>
          <a:ln xmlns:a="http://schemas.openxmlformats.org/drawingml/2006/main" w="28575">
            <a:solidFill>
              <a:srgbClr val="8C398A"/>
            </a:solidFill>
          </a:ln>
        </p:spPr>
      </p:sp>
      <p:sp>
        <p:nvSpPr>
          <p:cNvPr id="170" name="Feedback entry">
            <a:extLst xmlns:a="http://schemas.openxmlformats.org/drawingml/2006/main">
              <a:ext uri="{FF2B5EF4-FFF2-40B4-BE49-F238E27FC236}">
                <a16:creationId xmlns:a16="http://schemas.microsoft.com/office/drawing/2014/main" id="{E4C7B32F-D66F-4D1B-AB32-364098DABF01}"/>
              </a:ext>
            </a:extLst>
          </p:cNvPr>
          <p:cNvSpPr>
            <a:spLocks xmlns:a="http://schemas.openxmlformats.org/drawingml/2006/main" noGrp="1"/>
          </p:cNvSpPr>
          <p:nvPr/>
        </p:nvSpPr>
        <p:spPr>
          <a:xfrm xmlns:a="http://schemas.openxmlformats.org/drawingml/2006/main">
            <a:off x="2486025" y="3352800"/>
            <a:ext cx="0" cy="381000"/>
          </a:xfrm>
          <a:prstGeom xmlns:a="http://schemas.openxmlformats.org/drawingml/2006/main" prst="line">
            <a:avLst/>
          </a:prstGeom>
          <a:noFill xmlns:a="http://schemas.openxmlformats.org/drawingml/2006/main"/>
          <a:ln xmlns:a="http://schemas.openxmlformats.org/drawingml/2006/main" w="28575">
            <a:solidFill>
              <a:srgbClr val="8C398A"/>
            </a:solidFill>
          </a:ln>
        </p:spPr>
      </p:sp>
      <p:sp>
        <p:nvSpPr>
          <p:cNvPr id="171" name="Feedback direction">
            <a:extLst xmlns:a="http://schemas.openxmlformats.org/drawingml/2006/main">
              <a:ext uri="{FF2B5EF4-FFF2-40B4-BE49-F238E27FC236}">
                <a16:creationId xmlns:a16="http://schemas.microsoft.com/office/drawing/2014/main" id="{6FA95630-AC2E-4A36-955B-36E9261A8525}"/>
              </a:ext>
            </a:extLst>
          </p:cNvPr>
          <p:cNvSpPr>
            <a:spLocks xmlns:a="http://schemas.openxmlformats.org/drawingml/2006/main" noGrp="1"/>
          </p:cNvSpPr>
          <p:nvPr/>
        </p:nvSpPr>
        <p:spPr>
          <a:xfrm xmlns:a="http://schemas.openxmlformats.org/drawingml/2006/main" rot="10800000">
            <a:off x="2419350" y="3609975"/>
            <a:ext cx="133350" cy="123825"/>
          </a:xfrm>
          <a:prstGeom xmlns:a="http://schemas.openxmlformats.org/drawingml/2006/main" prst="triangle">
            <a:avLst/>
          </a:prstGeom>
          <a:solidFill xmlns:a="http://schemas.openxmlformats.org/drawingml/2006/main">
            <a:srgbClr val="8C398A"/>
          </a:solidFill>
          <a:ln xmlns:a="http://schemas.openxmlformats.org/drawingml/2006/main" w="0">
            <a:noFill/>
          </a:ln>
        </p:spPr>
      </p:sp>
      <p:sp>
        <p:nvSpPr>
          <p:cNvPr id="172" name="BRD branch">
            <a:extLst xmlns:a="http://schemas.openxmlformats.org/drawingml/2006/main">
              <a:ext uri="{FF2B5EF4-FFF2-40B4-BE49-F238E27FC236}">
                <a16:creationId xmlns:a16="http://schemas.microsoft.com/office/drawing/2014/main" id="{B7A438E6-DE47-43D3-AF25-B068AD91342B}"/>
              </a:ext>
            </a:extLst>
          </p:cNvPr>
          <p:cNvSpPr>
            <a:spLocks xmlns:a="http://schemas.openxmlformats.org/drawingml/2006/main" noGrp="1"/>
          </p:cNvSpPr>
          <p:nvPr/>
        </p:nvSpPr>
        <p:spPr>
          <a:xfrm xmlns:a="http://schemas.openxmlformats.org/drawingml/2006/main">
            <a:off x="6477000" y="6543675"/>
            <a:ext cx="3095625" cy="1476375"/>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73" name="BRD branch heading">
            <a:extLst xmlns:a="http://schemas.openxmlformats.org/drawingml/2006/main">
              <a:ext uri="{FF2B5EF4-FFF2-40B4-BE49-F238E27FC236}">
                <a16:creationId xmlns:a16="http://schemas.microsoft.com/office/drawing/2014/main" id="{29C11D6F-5C05-4EC5-94BE-25025196CA0F}"/>
              </a:ext>
            </a:extLst>
          </p:cNvPr>
          <p:cNvSpPr>
            <a:spLocks xmlns:a="http://schemas.openxmlformats.org/drawingml/2006/main" noGrp="1"/>
          </p:cNvSpPr>
          <p:nvPr/>
        </p:nvSpPr>
        <p:spPr>
          <a:xfrm xmlns:a="http://schemas.openxmlformats.org/drawingml/2006/main">
            <a:off x="6686550" y="6715125"/>
            <a:ext cx="2676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BRD</a:t>
            </a:r>
          </a:p>
        </p:txBody>
      </p:sp>
      <p:sp>
        <p:nvSpPr>
          <p:cNvPr id="174" name="BRD branch details">
            <a:extLst xmlns:a="http://schemas.openxmlformats.org/drawingml/2006/main">
              <a:ext uri="{FF2B5EF4-FFF2-40B4-BE49-F238E27FC236}">
                <a16:creationId xmlns:a16="http://schemas.microsoft.com/office/drawing/2014/main" id="{6943E3A1-CE75-4947-B6F4-3BD95560EFFE}"/>
              </a:ext>
            </a:extLst>
          </p:cNvPr>
          <p:cNvSpPr>
            <a:spLocks xmlns:a="http://schemas.openxmlformats.org/drawingml/2006/main" noGrp="1"/>
          </p:cNvSpPr>
          <p:nvPr/>
        </p:nvSpPr>
        <p:spPr>
          <a:xfrm xmlns:a="http://schemas.openxmlformats.org/drawingml/2006/main">
            <a:off x="6686550" y="7229475"/>
            <a:ext cx="26765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Requirements and business rules</a:t>
            </a:r>
          </a:p>
        </p:txBody>
      </p:sp>
      <p:sp>
        <p:nvSpPr>
          <p:cNvPr id="175" name="Twin branch">
            <a:extLst xmlns:a="http://schemas.openxmlformats.org/drawingml/2006/main">
              <a:ext uri="{FF2B5EF4-FFF2-40B4-BE49-F238E27FC236}">
                <a16:creationId xmlns:a16="http://schemas.microsoft.com/office/drawing/2014/main" id="{E866135D-6C9E-4EEE-B984-985F74955574}"/>
              </a:ext>
            </a:extLst>
          </p:cNvPr>
          <p:cNvSpPr>
            <a:spLocks xmlns:a="http://schemas.openxmlformats.org/drawingml/2006/main" noGrp="1"/>
          </p:cNvSpPr>
          <p:nvPr/>
        </p:nvSpPr>
        <p:spPr>
          <a:xfrm xmlns:a="http://schemas.openxmlformats.org/drawingml/2006/main">
            <a:off x="10477500" y="6543675"/>
            <a:ext cx="3095625" cy="1790700"/>
          </a:xfrm>
          <a:prstGeom xmlns:a="http://schemas.openxmlformats.org/drawingml/2006/main" prst="rect">
            <a:avLst/>
          </a:prstGeom>
          <a:solidFill xmlns:a="http://schemas.openxmlformats.org/drawingml/2006/main">
            <a:srgbClr val="FAF9F5"/>
          </a:solidFill>
          <a:ln xmlns:a="http://schemas.openxmlformats.org/drawingml/2006/main" w="19050">
            <a:solidFill>
              <a:srgbClr val="007D84"/>
            </a:solidFill>
          </a:ln>
        </p:spPr>
      </p:sp>
      <p:sp>
        <p:nvSpPr>
          <p:cNvPr id="176" name="Twin branch heading">
            <a:extLst xmlns:a="http://schemas.openxmlformats.org/drawingml/2006/main">
              <a:ext uri="{FF2B5EF4-FFF2-40B4-BE49-F238E27FC236}">
                <a16:creationId xmlns:a16="http://schemas.microsoft.com/office/drawing/2014/main" id="{82EEA83F-EF23-40CA-999E-FB213A166082}"/>
              </a:ext>
            </a:extLst>
          </p:cNvPr>
          <p:cNvSpPr>
            <a:spLocks xmlns:a="http://schemas.openxmlformats.org/drawingml/2006/main" noGrp="1"/>
          </p:cNvSpPr>
          <p:nvPr/>
        </p:nvSpPr>
        <p:spPr>
          <a:xfrm xmlns:a="http://schemas.openxmlformats.org/drawingml/2006/main">
            <a:off x="10687050" y="6715125"/>
            <a:ext cx="2676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84"/>
                </a:solidFill>
                <a:latin typeface="Arial"/>
                <a:ea typeface="Arial"/>
                <a:cs typeface="Arial"/>
              </a:defRPr>
            </a:pPr>
            <a:r>
              <a:rPr sz="2400" b="1">
                <a:solidFill>
                  <a:srgbClr val="007D84"/>
                </a:solidFill>
                <a:latin typeface="Arial"/>
                <a:ea typeface="Arial"/>
                <a:cs typeface="Arial"/>
              </a:rPr>
              <a:t>Conflict detector</a:t>
            </a:r>
          </a:p>
        </p:txBody>
      </p:sp>
      <p:sp>
        <p:nvSpPr>
          <p:cNvPr id="177" name="Twin branch details">
            <a:extLst xmlns:a="http://schemas.openxmlformats.org/drawingml/2006/main">
              <a:ext uri="{FF2B5EF4-FFF2-40B4-BE49-F238E27FC236}">
                <a16:creationId xmlns:a16="http://schemas.microsoft.com/office/drawing/2014/main" id="{4AAC5A33-2EAD-4D90-BB28-1A78B3BE084E}"/>
              </a:ext>
            </a:extLst>
          </p:cNvPr>
          <p:cNvSpPr>
            <a:spLocks xmlns:a="http://schemas.openxmlformats.org/drawingml/2006/main" noGrp="1"/>
          </p:cNvSpPr>
          <p:nvPr/>
        </p:nvSpPr>
        <p:spPr>
          <a:xfrm xmlns:a="http://schemas.openxmlformats.org/drawingml/2006/main">
            <a:off x="10687050" y="7229475"/>
            <a:ext cx="26765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Owner vs manager</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Keep A / keep B / defer</a:t>
            </a:r>
          </a:p>
        </p:txBody>
      </p:sp>
      <p:sp>
        <p:nvSpPr>
          <p:cNvPr id="178" name="Collect branch">
            <a:extLst xmlns:a="http://schemas.openxmlformats.org/drawingml/2006/main">
              <a:ext uri="{FF2B5EF4-FFF2-40B4-BE49-F238E27FC236}">
                <a16:creationId xmlns:a16="http://schemas.microsoft.com/office/drawing/2014/main" id="{BC78EB67-AA03-4A3B-8B77-00E3F48DB45C}"/>
              </a:ext>
            </a:extLst>
          </p:cNvPr>
          <p:cNvSpPr>
            <a:spLocks xmlns:a="http://schemas.openxmlformats.org/drawingml/2006/main" noGrp="1"/>
          </p:cNvSpPr>
          <p:nvPr/>
        </p:nvSpPr>
        <p:spPr>
          <a:xfrm xmlns:a="http://schemas.openxmlformats.org/drawingml/2006/main">
            <a:off x="14478000" y="6543675"/>
            <a:ext cx="2857500" cy="1790700"/>
          </a:xfrm>
          <a:prstGeom xmlns:a="http://schemas.openxmlformats.org/drawingml/2006/main" prst="rect">
            <a:avLst/>
          </a:prstGeom>
          <a:solidFill xmlns:a="http://schemas.openxmlformats.org/drawingml/2006/main">
            <a:srgbClr val="FAF9F5"/>
          </a:solidFill>
          <a:ln xmlns:a="http://schemas.openxmlformats.org/drawingml/2006/main" w="19050">
            <a:solidFill>
              <a:srgbClr val="8C398A"/>
            </a:solidFill>
          </a:ln>
        </p:spPr>
      </p:sp>
      <p:sp>
        <p:nvSpPr>
          <p:cNvPr id="179" name="Collect branch heading">
            <a:extLst xmlns:a="http://schemas.openxmlformats.org/drawingml/2006/main">
              <a:ext uri="{FF2B5EF4-FFF2-40B4-BE49-F238E27FC236}">
                <a16:creationId xmlns:a16="http://schemas.microsoft.com/office/drawing/2014/main" id="{7D552D98-E1B8-44C5-9A33-1AAFD584B671}"/>
              </a:ext>
            </a:extLst>
          </p:cNvPr>
          <p:cNvSpPr>
            <a:spLocks xmlns:a="http://schemas.openxmlformats.org/drawingml/2006/main" noGrp="1"/>
          </p:cNvSpPr>
          <p:nvPr/>
        </p:nvSpPr>
        <p:spPr>
          <a:xfrm xmlns:a="http://schemas.openxmlformats.org/drawingml/2006/main">
            <a:off x="14687550" y="6715125"/>
            <a:ext cx="2438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C398A"/>
                </a:solidFill>
                <a:latin typeface="Arial"/>
                <a:ea typeface="Arial"/>
                <a:cs typeface="Arial"/>
              </a:defRPr>
            </a:pPr>
            <a:r>
              <a:rPr sz="2400" b="1">
                <a:solidFill>
                  <a:srgbClr val="8C398A"/>
                </a:solidFill>
                <a:latin typeface="Arial"/>
                <a:ea typeface="Arial"/>
                <a:cs typeface="Arial"/>
              </a:rPr>
              <a:t>Generated app</a:t>
            </a:r>
          </a:p>
        </p:txBody>
      </p:sp>
      <p:sp>
        <p:nvSpPr>
          <p:cNvPr id="180" name="Collect branch details">
            <a:extLst xmlns:a="http://schemas.openxmlformats.org/drawingml/2006/main">
              <a:ext uri="{FF2B5EF4-FFF2-40B4-BE49-F238E27FC236}">
                <a16:creationId xmlns:a16="http://schemas.microsoft.com/office/drawing/2014/main" id="{E8D75A90-AB2A-4386-955D-D15B8564CA50}"/>
              </a:ext>
            </a:extLst>
          </p:cNvPr>
          <p:cNvSpPr>
            <a:spLocks xmlns:a="http://schemas.openxmlformats.org/drawingml/2006/main" noGrp="1"/>
          </p:cNvSpPr>
          <p:nvPr/>
        </p:nvSpPr>
        <p:spPr>
          <a:xfrm xmlns:a="http://schemas.openxmlformats.org/drawingml/2006/main">
            <a:off x="14687550" y="7229475"/>
            <a:ext cx="2438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Built from the approved BRD</a:t>
            </a:r>
          </a:p>
          <a:p xmlns:a="http://schemas.openxmlformats.org/drawingml/2006/main">
            <a:pPr algn="l">
              <a:defRPr sz="2175" b="0">
                <a:solidFill>
                  <a:srgbClr val="193C4C"/>
                </a:solidFill>
                <a:latin typeface="Arial"/>
                <a:ea typeface="Arial"/>
                <a:cs typeface="Arial"/>
              </a:defRPr>
            </a:pPr>
            <a:r>
              <a:rPr sz="2175" b="0">
                <a:solidFill>
                  <a:srgbClr val="193C4C"/>
                </a:solidFill>
                <a:latin typeface="Arial"/>
                <a:ea typeface="Arial"/>
                <a:cs typeface="Arial"/>
              </a:rPr>
              <a:t>Sandboxed, no network</a:t>
            </a:r>
          </a:p>
        </p:txBody>
      </p:sp>
      <p:cxnSp>
        <p:nvCxnSpPr>
          <p:cNvPr id="223" name=""/>
          <p:cNvCxnSpPr>
            <a:stCxn xmlns:a="http://schemas.openxmlformats.org/drawingml/2006/main" id="155" idx="2"/>
            <a:endCxn xmlns:a="http://schemas.openxmlformats.org/drawingml/2006/main" id="172" idx="0"/>
          </p:cNvCxnSpPr>
          <p:nvPr/>
        </p:nvCxnSpPr>
        <p:spPr>
          <a:xfrm xmlns:a="http://schemas.openxmlformats.org/drawingml/2006/main" flipH="1">
            <a:off x="8024813" y="5305425"/>
            <a:ext cx="1090613" cy="1238250"/>
          </a:xfrm>
          <a:prstGeom xmlns:a="http://schemas.openxmlformats.org/drawingml/2006/main" prst="bentConnector4">
            <a:avLst>
              <a:gd name="adj1" fmla="val 0"/>
              <a:gd name="adj2" fmla="val 50000"/>
            </a:avLst>
          </a:prstGeom>
          <a:ln xmlns:a="http://schemas.openxmlformats.org/drawingml/2006/main" w="28575">
            <a:solidFill>
              <a:srgbClr val="365F6C"/>
            </a:solidFill>
            <a:prstDash val="solid"/>
            <a:tailEnd type="triangle" w="sm" len="sm"/>
          </a:ln>
        </p:spPr>
      </p:cxnSp>
      <p:cxnSp>
        <p:nvCxnSpPr>
          <p:cNvPr id="224" name=""/>
          <p:cNvCxnSpPr>
            <a:stCxn xmlns:a="http://schemas.openxmlformats.org/drawingml/2006/main" id="155" idx="2"/>
            <a:endCxn xmlns:a="http://schemas.openxmlformats.org/drawingml/2006/main" id="175" idx="0"/>
          </p:cNvCxnSpPr>
          <p:nvPr/>
        </p:nvCxnSpPr>
        <p:spPr>
          <a:xfrm xmlns:a="http://schemas.openxmlformats.org/drawingml/2006/main">
            <a:off x="9115425" y="5305425"/>
            <a:ext cx="2909888" cy="1238250"/>
          </a:xfrm>
          <a:prstGeom xmlns:a="http://schemas.openxmlformats.org/drawingml/2006/main" prst="bentConnector4">
            <a:avLst>
              <a:gd name="adj1" fmla="val 0"/>
              <a:gd name="adj2" fmla="val 50000"/>
            </a:avLst>
          </a:prstGeom>
          <a:ln xmlns:a="http://schemas.openxmlformats.org/drawingml/2006/main" w="28575">
            <a:solidFill>
              <a:srgbClr val="365F6C"/>
            </a:solidFill>
            <a:prstDash val="solid"/>
            <a:tailEnd type="triangle" w="sm" len="sm"/>
          </a:ln>
        </p:spPr>
      </p:cxnSp>
      <p:cxnSp>
        <p:nvCxnSpPr>
          <p:cNvPr id="225" name=""/>
          <p:cNvCxnSpPr>
            <a:stCxn xmlns:a="http://schemas.openxmlformats.org/drawingml/2006/main" id="161" idx="2"/>
            <a:endCxn xmlns:a="http://schemas.openxmlformats.org/drawingml/2006/main" id="178" idx="0"/>
          </p:cNvCxnSpPr>
          <p:nvPr/>
        </p:nvCxnSpPr>
        <p:spPr>
          <a:xfrm xmlns:a="http://schemas.openxmlformats.org/drawingml/2006/main">
            <a:off x="15744825" y="5305425"/>
            <a:ext cx="161925" cy="1238250"/>
          </a:xfrm>
          <a:prstGeom xmlns:a="http://schemas.openxmlformats.org/drawingml/2006/main" prst="bentConnector4">
            <a:avLst>
              <a:gd name="adj1" fmla="val 0"/>
              <a:gd name="adj2" fmla="val 50000"/>
            </a:avLst>
          </a:prstGeom>
          <a:ln xmlns:a="http://schemas.openxmlformats.org/drawingml/2006/main" w="28575">
            <a:solidFill>
              <a:srgbClr val="8C398A"/>
            </a:solidFill>
            <a:prstDash val="solid"/>
            <a:tailEnd type="triangle" w="sm" len="sm"/>
          </a:ln>
        </p:spPr>
      </p:cxnSp>
      <p:sp>
        <p:nvSpPr>
          <p:cNvPr id="184" name="Original voice anchor">
            <a:extLst xmlns:a="http://schemas.openxmlformats.org/drawingml/2006/main">
              <a:ext uri="{FF2B5EF4-FFF2-40B4-BE49-F238E27FC236}">
                <a16:creationId xmlns:a16="http://schemas.microsoft.com/office/drawing/2014/main" id="{BA89F48F-C575-469E-B70F-C6E188B31E70}"/>
              </a:ext>
            </a:extLst>
          </p:cNvPr>
          <p:cNvSpPr>
            <a:spLocks xmlns:a="http://schemas.openxmlformats.org/drawingml/2006/main" noGrp="1"/>
          </p:cNvSpPr>
          <p:nvPr/>
        </p:nvSpPr>
        <p:spPr>
          <a:xfrm xmlns:a="http://schemas.openxmlformats.org/drawingml/2006/main">
            <a:off x="1047750" y="6619875"/>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07D84"/>
                </a:solidFill>
                <a:latin typeface="Arial"/>
                <a:ea typeface="Arial"/>
                <a:cs typeface="Arial"/>
              </a:defRPr>
            </a:pPr>
            <a:r>
              <a:rPr sz="3225" b="1">
                <a:solidFill>
                  <a:srgbClr val="007D84"/>
                </a:solidFill>
                <a:latin typeface="Arial"/>
                <a:ea typeface="Arial"/>
                <a:cs typeface="Arial"/>
              </a:rPr>
              <a:t>Awaaz Proof</a:t>
            </a:r>
          </a:p>
        </p:txBody>
      </p:sp>
      <p:sp>
        <p:nvSpPr>
          <p:cNvPr id="185" name="Original voice detail">
            <a:extLst xmlns:a="http://schemas.openxmlformats.org/drawingml/2006/main">
              <a:ext uri="{FF2B5EF4-FFF2-40B4-BE49-F238E27FC236}">
                <a16:creationId xmlns:a16="http://schemas.microsoft.com/office/drawing/2014/main" id="{B5C7C01C-F464-4586-AD3A-7188F98B92D1}"/>
              </a:ext>
            </a:extLst>
          </p:cNvPr>
          <p:cNvSpPr>
            <a:spLocks xmlns:a="http://schemas.openxmlformats.org/drawingml/2006/main" noGrp="1"/>
          </p:cNvSpPr>
          <p:nvPr/>
        </p:nvSpPr>
        <p:spPr>
          <a:xfrm xmlns:a="http://schemas.openxmlformats.org/drawingml/2006/main">
            <a:off x="1047750" y="7267575"/>
            <a:ext cx="4429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Each requirement links to a SHA-256-hashed clip of the original recording, with timestamps.</a:t>
            </a:r>
          </a:p>
        </p:txBody>
      </p:sp>
      <p:sp>
        <p:nvSpPr>
          <p:cNvPr id="186" name="Payment authentication">
            <a:extLst xmlns:a="http://schemas.openxmlformats.org/drawingml/2006/main">
              <a:ext uri="{FF2B5EF4-FFF2-40B4-BE49-F238E27FC236}">
                <a16:creationId xmlns:a16="http://schemas.microsoft.com/office/drawing/2014/main" id="{019459E7-3C2A-4403-99B6-6C0BEAB95428}"/>
              </a:ext>
            </a:extLst>
          </p:cNvPr>
          <p:cNvSpPr>
            <a:spLocks xmlns:a="http://schemas.openxmlformats.org/drawingml/2006/main" noGrp="1"/>
          </p:cNvSpPr>
          <p:nvPr/>
        </p:nvSpPr>
        <p:spPr>
          <a:xfrm xmlns:a="http://schemas.openxmlformats.org/drawingml/2006/main">
            <a:off x="1047750" y="9344025"/>
            <a:ext cx="1619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Approval records who and when. It is not an e-signature, and the product says so.</a:t>
            </a:r>
          </a:p>
        </p:txBody>
      </p:sp>
    </p:spTree>
    <p:extLst>
      <p:ext uri="{BB962C8B-B14F-4D97-AF65-F5344CB8AC3E}">
        <p14:creationId xmlns:p14="http://schemas.microsoft.com/office/powerpoint/2010/main" val="16324200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p6">
            <a:extLst xmlns:a="http://schemas.openxmlformats.org/drawingml/2006/main">
              <a:ext uri="{FF2B5EF4-FFF2-40B4-BE49-F238E27FC236}">
                <a16:creationId xmlns:a16="http://schemas.microsoft.com/office/drawing/2014/main" id="{196E3CB5-802C-4B2A-BCCB-BB107262DC12}"/>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145bd4fc7d9e40ea">
              <a:alphaModFix/>
            </a:blip>
            <a:stretch>
              <a:fillRect l="-7180" t="-19076" r="-3000" b="-11427"/>
            </a:stretch>
          </a:blipFill>
          <a:ln xmlns:a="http://schemas.openxmlformats.org/drawingml/2006/main">
            <a:noFill/>
          </a:ln>
        </p:spPr>
      </p:sp>
      <p:sp>
        <p:nvSpPr>
          <p:cNvPr id="153" name="Google Shape;153;p6">
            <a:extLst xmlns:a="http://schemas.openxmlformats.org/drawingml/2006/main">
              <a:ext uri="{FF2B5EF4-FFF2-40B4-BE49-F238E27FC236}">
                <a16:creationId xmlns:a16="http://schemas.microsoft.com/office/drawing/2014/main" id="{21ADDA42-9602-4208-BAA0-E0F4C50DDCDE}"/>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f7c7630ce68442a7">
              <a:alphaModFix/>
            </a:blip>
            <a:stretch>
              <a:fillRect l="0" t="0" r="0" b="0"/>
            </a:stretch>
          </a:blipFill>
          <a:ln xmlns:a="http://schemas.openxmlformats.org/drawingml/2006/main">
            <a:noFill/>
          </a:ln>
        </p:spPr>
      </p:sp>
      <p:sp>
        <p:nvSpPr>
          <p:cNvPr id="154" name="Google Shape;154;p6">
            <a:extLst xmlns:a="http://schemas.openxmlformats.org/drawingml/2006/main">
              <a:ext uri="{FF2B5EF4-FFF2-40B4-BE49-F238E27FC236}">
                <a16:creationId xmlns:a16="http://schemas.microsoft.com/office/drawing/2014/main" id="{D4484A4B-8732-465E-ABB5-71F5AF679327}"/>
              </a:ext>
            </a:extLst>
          </p:cNvPr>
          <p:cNvSpPr>
            <a:spLocks xmlns:a="http://schemas.openxmlformats.org/drawingml/2006/main" noGrp="1"/>
          </p:cNvSpPr>
          <p:nvPr/>
        </p:nvSpPr>
        <p:spPr>
          <a:xfrm xmlns:a="http://schemas.openxmlformats.org/drawingml/2006/main">
            <a:off x="1028700" y="838200"/>
            <a:ext cx="16383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92"/>
              </a:lnSpc>
              <a:spcBef>
                <a:spcPts val="0"/>
              </a:spcBef>
              <a:spcAft>
                <a:spcPts val="0"/>
              </a:spcAft>
              <a:buNone/>
              <a:defRPr sz="8250" b="0">
                <a:solidFill>
                  <a:srgbClr val="5DE0E6"/>
                </a:solidFill>
                <a:latin typeface="Times"/>
                <a:ea typeface="Times"/>
                <a:cs typeface="Times"/>
              </a:defRPr>
            </a:pPr>
            <a:r>
              <a:rPr sz="8250" b="0" i="0" u="none" cap="none">
                <a:solidFill>
                  <a:srgbClr val="5DE0E6"/>
                </a:solidFill>
                <a:latin typeface="Times"/>
                <a:ea typeface="Times"/>
                <a:cs typeface="Times"/>
              </a:rPr>
              <a:t>Product demo</a:t>
            </a:r>
            <a:endParaRPr/>
          </a:p>
        </p:txBody>
      </p:sp>
      <p:sp>
        <p:nvSpPr>
          <p:cNvPr id="155" name="Concept caption">
            <a:extLst xmlns:a="http://schemas.openxmlformats.org/drawingml/2006/main">
              <a:ext uri="{FF2B5EF4-FFF2-40B4-BE49-F238E27FC236}">
                <a16:creationId xmlns:a16="http://schemas.microsoft.com/office/drawing/2014/main" id="{A8E620ED-2A81-49AF-905B-27B537A2A212}"/>
              </a:ext>
            </a:extLst>
          </p:cNvPr>
          <p:cNvSpPr>
            <a:spLocks xmlns:a="http://schemas.openxmlformats.org/drawingml/2006/main" noGrp="1"/>
          </p:cNvSpPr>
          <p:nvPr/>
        </p:nvSpPr>
        <p:spPr>
          <a:xfrm xmlns:a="http://schemas.openxmlformats.org/drawingml/2006/main">
            <a:off x="1047750" y="2676525"/>
            <a:ext cx="1619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93C4C"/>
                </a:solidFill>
                <a:latin typeface="Arial"/>
                <a:ea typeface="Arial"/>
                <a:cs typeface="Arial"/>
              </a:defRPr>
            </a:pPr>
            <a:r>
              <a:rPr sz="3150" b="1">
                <a:solidFill>
                  <a:srgbClr val="193C4C"/>
                </a:solidFill>
                <a:latin typeface="Arial"/>
                <a:ea typeface="Arial"/>
                <a:cs typeface="Arial"/>
              </a:rPr>
              <a:t>Live screen: owner and manager disagree, VAANI shows both</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3b1e5ce050734109"/>
          <a:stretch xmlns:a="http://schemas.openxmlformats.org/drawingml/2006/main"/>
        </p:blipFill>
        <p:spPr>
          <a:xfrm xmlns:a="http://schemas.openxmlformats.org/drawingml/2006/main">
            <a:off x="1047750" y="3659188"/>
            <a:ext cx="16192500" cy="5397500"/>
          </a:xfrm>
          <a:prstGeom xmlns:a="http://schemas.openxmlformats.org/drawingml/2006/main" prst="rect">
            <a:avLst/>
          </a:prstGeom>
        </p:spPr>
      </p:pic>
      <p:sp>
        <p:nvSpPr>
          <p:cNvPr id="157" name="Mockup disclosure">
            <a:extLst xmlns:a="http://schemas.openxmlformats.org/drawingml/2006/main">
              <a:ext uri="{FF2B5EF4-FFF2-40B4-BE49-F238E27FC236}">
                <a16:creationId xmlns:a16="http://schemas.microsoft.com/office/drawing/2014/main" id="{0DF72291-F13E-4B38-9EBC-BEF3781CBF44}"/>
              </a:ext>
            </a:extLst>
          </p:cNvPr>
          <p:cNvSpPr>
            <a:spLocks xmlns:a="http://schemas.openxmlformats.org/drawingml/2006/main" noGrp="1"/>
          </p:cNvSpPr>
          <p:nvPr/>
        </p:nvSpPr>
        <p:spPr>
          <a:xfrm xmlns:a="http://schemas.openxmlformats.org/drawingml/2006/main">
            <a:off x="1047750" y="9382125"/>
            <a:ext cx="1619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Real screenshot from the running product: 2-speaker meeting demo, review step.</a:t>
            </a:r>
          </a:p>
        </p:txBody>
      </p:sp>
    </p:spTree>
    <p:extLst>
      <p:ext uri="{BB962C8B-B14F-4D97-AF65-F5344CB8AC3E}">
        <p14:creationId xmlns:p14="http://schemas.microsoft.com/office/powerpoint/2010/main" val="667939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9" name="Google Shape;159;p7">
            <a:extLst xmlns:a="http://schemas.openxmlformats.org/drawingml/2006/main">
              <a:ext uri="{FF2B5EF4-FFF2-40B4-BE49-F238E27FC236}">
                <a16:creationId xmlns:a16="http://schemas.microsoft.com/office/drawing/2014/main" id="{F48D441F-E7A0-4A91-8411-1E7B46526D85}"/>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rotWithShape="1">
            <a:blip xmlns:r="http://schemas.openxmlformats.org/officeDocument/2006/relationships" r:embed="R4e1571426bfe4cf3">
              <a:alphaModFix/>
            </a:blip>
            <a:stretch>
              <a:fillRect l="-7180" t="-19076" r="-3000" b="-11427"/>
            </a:stretch>
          </a:blipFill>
          <a:ln xmlns:a="http://schemas.openxmlformats.org/drawingml/2006/main">
            <a:noFill/>
          </a:ln>
        </p:spPr>
      </p:sp>
      <p:sp>
        <p:nvSpPr>
          <p:cNvPr id="160" name="Google Shape;160;p7">
            <a:extLst xmlns:a="http://schemas.openxmlformats.org/drawingml/2006/main">
              <a:ext uri="{FF2B5EF4-FFF2-40B4-BE49-F238E27FC236}">
                <a16:creationId xmlns:a16="http://schemas.microsoft.com/office/drawing/2014/main" id="{9C87C092-B83A-4CDB-812A-DA4AB92621D8}"/>
              </a:ext>
            </a:extLst>
          </p:cNvPr>
          <p:cNvSpPr>
            <a:spLocks xmlns:a="http://schemas.openxmlformats.org/drawingml/2006/main" noGrp="1"/>
          </p:cNvSpPr>
          <p:nvPr/>
        </p:nvSpPr>
        <p:spPr>
          <a:xfrm xmlns:a="http://schemas.openxmlformats.org/drawingml/2006/main">
            <a:off x="5317038" y="-4518398"/>
            <a:ext cx="22188662" cy="18920878"/>
          </a:xfrm>
          <a:custGeom xmlns:a="http://schemas.openxmlformats.org/drawingml/2006/main">
            <a:rect l="l" t="t" r="r" b="b"/>
            <a:pathLst>
              <a:path w="22188662" h="18920878">
                <a:moveTo>
                  <a:pt x="0" y="0"/>
                </a:moveTo>
                <a:lnTo>
                  <a:pt x="22188663" y="0"/>
                </a:lnTo>
                <a:lnTo>
                  <a:pt x="22188663" y="18920878"/>
                </a:lnTo>
                <a:lnTo>
                  <a:pt x="0" y="18920878"/>
                </a:lnTo>
                <a:lnTo>
                  <a:pt x="0" y="0"/>
                </a:lnTo>
                <a:close/>
              </a:path>
            </a:pathLst>
          </a:custGeom>
          <a:blipFill xmlns:a="http://schemas.openxmlformats.org/drawingml/2006/main" rotWithShape="1">
            <a:blip xmlns:r="http://schemas.openxmlformats.org/officeDocument/2006/relationships" r:embed="Rf439a2e6877c4d64">
              <a:alphaModFix/>
            </a:blip>
            <a:stretch>
              <a:fillRect l="0" t="0" r="0" b="0"/>
            </a:stretch>
          </a:blipFill>
          <a:ln xmlns:a="http://schemas.openxmlformats.org/drawingml/2006/main">
            <a:noFill/>
          </a:ln>
        </p:spPr>
      </p:sp>
      <p:sp>
        <p:nvSpPr>
          <p:cNvPr id="161" name="Google Shape;161;p7">
            <a:extLst xmlns:a="http://schemas.openxmlformats.org/drawingml/2006/main">
              <a:ext uri="{FF2B5EF4-FFF2-40B4-BE49-F238E27FC236}">
                <a16:creationId xmlns:a16="http://schemas.microsoft.com/office/drawing/2014/main" id="{B17C5955-B3E9-46A1-9380-30F8D3B71B2A}"/>
              </a:ext>
            </a:extLst>
          </p:cNvPr>
          <p:cNvSpPr>
            <a:spLocks xmlns:a="http://schemas.openxmlformats.org/drawingml/2006/main" noGrp="1"/>
          </p:cNvSpPr>
          <p:nvPr/>
        </p:nvSpPr>
        <p:spPr>
          <a:xfrm xmlns:a="http://schemas.openxmlformats.org/drawingml/2006/main">
            <a:off x="1028700" y="838200"/>
            <a:ext cx="16383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92"/>
              </a:lnSpc>
              <a:spcBef>
                <a:spcPts val="0"/>
              </a:spcBef>
              <a:spcAft>
                <a:spcPts val="0"/>
              </a:spcAft>
              <a:buNone/>
              <a:defRPr sz="8250" b="0">
                <a:solidFill>
                  <a:srgbClr val="5DE0E6"/>
                </a:solidFill>
                <a:latin typeface="Times"/>
                <a:ea typeface="Times"/>
                <a:cs typeface="Times"/>
              </a:defRPr>
            </a:pPr>
            <a:r>
              <a:rPr sz="8250" b="0" i="0" u="none" cap="none">
                <a:solidFill>
                  <a:srgbClr val="5DE0E6"/>
                </a:solidFill>
                <a:latin typeface="Times"/>
                <a:ea typeface="Times"/>
                <a:cs typeface="Times"/>
              </a:rPr>
              <a:t>Others</a:t>
            </a:r>
            <a:endParaRPr/>
          </a:p>
        </p:txBody>
      </p:sp>
      <p:sp>
        <p:nvSpPr>
          <p:cNvPr id="162" name="Differentiation subtitle">
            <a:extLst xmlns:a="http://schemas.openxmlformats.org/drawingml/2006/main">
              <a:ext uri="{FF2B5EF4-FFF2-40B4-BE49-F238E27FC236}">
                <a16:creationId xmlns:a16="http://schemas.microsoft.com/office/drawing/2014/main" id="{4CFEF5BD-999E-491E-91EF-5DC1F8280399}"/>
              </a:ext>
            </a:extLst>
          </p:cNvPr>
          <p:cNvSpPr>
            <a:spLocks xmlns:a="http://schemas.openxmlformats.org/drawingml/2006/main" noGrp="1"/>
          </p:cNvSpPr>
          <p:nvPr/>
        </p:nvSpPr>
        <p:spPr>
          <a:xfrm xmlns:a="http://schemas.openxmlformats.org/drawingml/2006/main">
            <a:off x="1047750" y="2657475"/>
            <a:ext cx="1609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93C4C"/>
                </a:solidFill>
                <a:latin typeface="Arial"/>
                <a:ea typeface="Arial"/>
                <a:cs typeface="Arial"/>
              </a:defRPr>
            </a:pPr>
            <a:r>
              <a:rPr sz="3450" b="1">
                <a:solidFill>
                  <a:srgbClr val="193C4C"/>
                </a:solidFill>
                <a:latin typeface="Arial"/>
                <a:ea typeface="Arial"/>
                <a:cs typeface="Arial"/>
              </a:rPr>
              <a:t>Why VAANI is different</a:t>
            </a:r>
          </a:p>
        </p:txBody>
      </p:sp>
      <p:sp>
        <p:nvSpPr>
          <p:cNvPr id="163" name="Difference 1">
            <a:extLst xmlns:a="http://schemas.openxmlformats.org/drawingml/2006/main">
              <a:ext uri="{FF2B5EF4-FFF2-40B4-BE49-F238E27FC236}">
                <a16:creationId xmlns:a16="http://schemas.microsoft.com/office/drawing/2014/main" id="{9EB5C0BC-CD3A-40A4-B8D8-97F0D6115A1F}"/>
              </a:ext>
            </a:extLst>
          </p:cNvPr>
          <p:cNvSpPr>
            <a:spLocks xmlns:a="http://schemas.openxmlformats.org/drawingml/2006/main" noGrp="1"/>
          </p:cNvSpPr>
          <p:nvPr/>
        </p:nvSpPr>
        <p:spPr>
          <a:xfrm xmlns:a="http://schemas.openxmlformats.org/drawingml/2006/main">
            <a:off x="1047750" y="38576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Vernacular first</a:t>
            </a:r>
          </a:p>
        </p:txBody>
      </p:sp>
      <p:sp>
        <p:nvSpPr>
          <p:cNvPr id="164" name="Difference 1 body">
            <a:extLst xmlns:a="http://schemas.openxmlformats.org/drawingml/2006/main">
              <a:ext uri="{FF2B5EF4-FFF2-40B4-BE49-F238E27FC236}">
                <a16:creationId xmlns:a16="http://schemas.microsoft.com/office/drawing/2014/main" id="{36F797C8-C005-40BE-B442-D2EDB0DD3C3E}"/>
              </a:ext>
            </a:extLst>
          </p:cNvPr>
          <p:cNvSpPr>
            <a:spLocks xmlns:a="http://schemas.openxmlformats.org/drawingml/2006/main" noGrp="1"/>
          </p:cNvSpPr>
          <p:nvPr/>
        </p:nvSpPr>
        <p:spPr>
          <a:xfrm xmlns:a="http://schemas.openxmlformats.org/drawingml/2006/main">
            <a:off x="1047750" y="44577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Business owners describe rules in their own language.</a:t>
            </a:r>
          </a:p>
        </p:txBody>
      </p:sp>
      <p:sp>
        <p:nvSpPr>
          <p:cNvPr id="165" name="Difference 2">
            <a:extLst xmlns:a="http://schemas.openxmlformats.org/drawingml/2006/main">
              <a:ext uri="{FF2B5EF4-FFF2-40B4-BE49-F238E27FC236}">
                <a16:creationId xmlns:a16="http://schemas.microsoft.com/office/drawing/2014/main" id="{D6AD2B2C-D186-4B63-8D7D-76177C052DFA}"/>
              </a:ext>
            </a:extLst>
          </p:cNvPr>
          <p:cNvSpPr>
            <a:spLocks xmlns:a="http://schemas.openxmlformats.org/drawingml/2006/main" noGrp="1"/>
          </p:cNvSpPr>
          <p:nvPr/>
        </p:nvSpPr>
        <p:spPr>
          <a:xfrm xmlns:a="http://schemas.openxmlformats.org/drawingml/2006/main">
            <a:off x="6572250" y="38576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Usable outputs</a:t>
            </a:r>
          </a:p>
        </p:txBody>
      </p:sp>
      <p:sp>
        <p:nvSpPr>
          <p:cNvPr id="166" name="Difference 2 body">
            <a:extLst xmlns:a="http://schemas.openxmlformats.org/drawingml/2006/main">
              <a:ext uri="{FF2B5EF4-FFF2-40B4-BE49-F238E27FC236}">
                <a16:creationId xmlns:a16="http://schemas.microsoft.com/office/drawing/2014/main" id="{E78EFB55-3B61-4780-A6FC-317A845AB64A}"/>
              </a:ext>
            </a:extLst>
          </p:cNvPr>
          <p:cNvSpPr>
            <a:spLocks xmlns:a="http://schemas.openxmlformats.org/drawingml/2006/main" noGrp="1"/>
          </p:cNvSpPr>
          <p:nvPr/>
        </p:nvSpPr>
        <p:spPr>
          <a:xfrm xmlns:a="http://schemas.openxmlformats.org/drawingml/2006/main">
            <a:off x="6572250" y="44577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A 12-section BRD, Jira CSV and a working first app.</a:t>
            </a:r>
          </a:p>
        </p:txBody>
      </p:sp>
      <p:sp>
        <p:nvSpPr>
          <p:cNvPr id="167" name="Difference 3">
            <a:extLst xmlns:a="http://schemas.openxmlformats.org/drawingml/2006/main">
              <a:ext uri="{FF2B5EF4-FFF2-40B4-BE49-F238E27FC236}">
                <a16:creationId xmlns:a16="http://schemas.microsoft.com/office/drawing/2014/main" id="{116083A2-FCF7-4DB8-9263-0D349CB221EB}"/>
              </a:ext>
            </a:extLst>
          </p:cNvPr>
          <p:cNvSpPr>
            <a:spLocks xmlns:a="http://schemas.openxmlformats.org/drawingml/2006/main" noGrp="1"/>
          </p:cNvSpPr>
          <p:nvPr/>
        </p:nvSpPr>
        <p:spPr>
          <a:xfrm xmlns:a="http://schemas.openxmlformats.org/drawingml/2006/main">
            <a:off x="12096750" y="38576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Spoken-number verifier</a:t>
            </a:r>
          </a:p>
        </p:txBody>
      </p:sp>
      <p:sp>
        <p:nvSpPr>
          <p:cNvPr id="168" name="Difference 3 body">
            <a:extLst xmlns:a="http://schemas.openxmlformats.org/drawingml/2006/main">
              <a:ext uri="{FF2B5EF4-FFF2-40B4-BE49-F238E27FC236}">
                <a16:creationId xmlns:a16="http://schemas.microsoft.com/office/drawing/2014/main" id="{4C627DA5-52D9-4A47-9BD1-94C0431D226A}"/>
              </a:ext>
            </a:extLst>
          </p:cNvPr>
          <p:cNvSpPr>
            <a:spLocks xmlns:a="http://schemas.openxmlformats.org/drawingml/2006/main" noGrp="1"/>
          </p:cNvSpPr>
          <p:nvPr/>
        </p:nvSpPr>
        <p:spPr>
          <a:xfrm xmlns:a="http://schemas.openxmlformats.org/drawingml/2006/main">
            <a:off x="12096750" y="44577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A number nobody said is blocked, in Python and in the browser.</a:t>
            </a:r>
          </a:p>
        </p:txBody>
      </p:sp>
      <p:sp>
        <p:nvSpPr>
          <p:cNvPr id="169" name="Difference 4">
            <a:extLst xmlns:a="http://schemas.openxmlformats.org/drawingml/2006/main">
              <a:ext uri="{FF2B5EF4-FFF2-40B4-BE49-F238E27FC236}">
                <a16:creationId xmlns:a16="http://schemas.microsoft.com/office/drawing/2014/main" id="{491FDE83-33DF-4684-BABE-E58DFBFFDD50}"/>
              </a:ext>
            </a:extLst>
          </p:cNvPr>
          <p:cNvSpPr>
            <a:spLocks xmlns:a="http://schemas.openxmlformats.org/drawingml/2006/main" noGrp="1"/>
          </p:cNvSpPr>
          <p:nvPr/>
        </p:nvSpPr>
        <p:spPr>
          <a:xfrm xmlns:a="http://schemas.openxmlformats.org/drawingml/2006/main">
            <a:off x="1047750" y="5953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Accessible by design</a:t>
            </a:r>
          </a:p>
        </p:txBody>
      </p:sp>
      <p:sp>
        <p:nvSpPr>
          <p:cNvPr id="170" name="Difference 4 body">
            <a:extLst xmlns:a="http://schemas.openxmlformats.org/drawingml/2006/main">
              <a:ext uri="{FF2B5EF4-FFF2-40B4-BE49-F238E27FC236}">
                <a16:creationId xmlns:a16="http://schemas.microsoft.com/office/drawing/2014/main" id="{DD93108D-DF55-465E-A82E-5D02BF99E8CF}"/>
              </a:ext>
            </a:extLst>
          </p:cNvPr>
          <p:cNvSpPr>
            <a:spLocks xmlns:a="http://schemas.openxmlformats.org/drawingml/2006/main" noGrp="1"/>
          </p:cNvSpPr>
          <p:nvPr/>
        </p:nvSpPr>
        <p:spPr>
          <a:xfrm xmlns:a="http://schemas.openxmlformats.org/drawingml/2006/main">
            <a:off x="1047750" y="65532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Standard, Low Vision and Deaf modes.</a:t>
            </a:r>
          </a:p>
        </p:txBody>
      </p:sp>
      <p:sp>
        <p:nvSpPr>
          <p:cNvPr id="171" name="Difference 5">
            <a:extLst xmlns:a="http://schemas.openxmlformats.org/drawingml/2006/main">
              <a:ext uri="{FF2B5EF4-FFF2-40B4-BE49-F238E27FC236}">
                <a16:creationId xmlns:a16="http://schemas.microsoft.com/office/drawing/2014/main" id="{F97478F7-39F1-46CC-83D9-4863D463466E}"/>
              </a:ext>
            </a:extLst>
          </p:cNvPr>
          <p:cNvSpPr>
            <a:spLocks xmlns:a="http://schemas.openxmlformats.org/drawingml/2006/main" noGrp="1"/>
          </p:cNvSpPr>
          <p:nvPr/>
        </p:nvSpPr>
        <p:spPr>
          <a:xfrm xmlns:a="http://schemas.openxmlformats.org/drawingml/2006/main">
            <a:off x="6572250" y="5953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Traceable decisions</a:t>
            </a:r>
          </a:p>
        </p:txBody>
      </p:sp>
      <p:sp>
        <p:nvSpPr>
          <p:cNvPr id="172" name="Difference 5 body">
            <a:extLst xmlns:a="http://schemas.openxmlformats.org/drawingml/2006/main">
              <a:ext uri="{FF2B5EF4-FFF2-40B4-BE49-F238E27FC236}">
                <a16:creationId xmlns:a16="http://schemas.microsoft.com/office/drawing/2014/main" id="{EA69AFCD-C1A3-4F52-9276-A46D07F77165}"/>
              </a:ext>
            </a:extLst>
          </p:cNvPr>
          <p:cNvSpPr>
            <a:spLocks xmlns:a="http://schemas.openxmlformats.org/drawingml/2006/main" noGrp="1"/>
          </p:cNvSpPr>
          <p:nvPr/>
        </p:nvSpPr>
        <p:spPr>
          <a:xfrm xmlns:a="http://schemas.openxmlformats.org/drawingml/2006/main">
            <a:off x="6572250" y="65532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Awaaz Proof connects outputs to the owner’s voice.</a:t>
            </a:r>
          </a:p>
        </p:txBody>
      </p:sp>
      <p:sp>
        <p:nvSpPr>
          <p:cNvPr id="173" name="Difference 6">
            <a:extLst xmlns:a="http://schemas.openxmlformats.org/drawingml/2006/main">
              <a:ext uri="{FF2B5EF4-FFF2-40B4-BE49-F238E27FC236}">
                <a16:creationId xmlns:a16="http://schemas.microsoft.com/office/drawing/2014/main" id="{C5F8E9D7-025A-4E11-B116-F83AAAACF98C}"/>
              </a:ext>
            </a:extLst>
          </p:cNvPr>
          <p:cNvSpPr>
            <a:spLocks xmlns:a="http://schemas.openxmlformats.org/drawingml/2006/main" noGrp="1"/>
          </p:cNvSpPr>
          <p:nvPr/>
        </p:nvSpPr>
        <p:spPr>
          <a:xfrm xmlns:a="http://schemas.openxmlformats.org/drawingml/2006/main">
            <a:off x="12096750" y="595312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D84"/>
                </a:solidFill>
                <a:latin typeface="Arial"/>
                <a:ea typeface="Arial"/>
                <a:cs typeface="Arial"/>
              </a:defRPr>
            </a:pPr>
            <a:r>
              <a:rPr sz="2625" b="1">
                <a:solidFill>
                  <a:srgbClr val="007D84"/>
                </a:solidFill>
                <a:latin typeface="Arial"/>
                <a:ea typeface="Arial"/>
                <a:cs typeface="Arial"/>
              </a:rPr>
              <a:t>Stakeholder conflicts</a:t>
            </a:r>
          </a:p>
        </p:txBody>
      </p:sp>
      <p:sp>
        <p:nvSpPr>
          <p:cNvPr id="174" name="Difference 6 body">
            <a:extLst xmlns:a="http://schemas.openxmlformats.org/drawingml/2006/main">
              <a:ext uri="{FF2B5EF4-FFF2-40B4-BE49-F238E27FC236}">
                <a16:creationId xmlns:a16="http://schemas.microsoft.com/office/drawing/2014/main" id="{EE2FF04B-573F-437D-8FA2-15FFD2E75C6D}"/>
              </a:ext>
            </a:extLst>
          </p:cNvPr>
          <p:cNvSpPr>
            <a:spLocks xmlns:a="http://schemas.openxmlformats.org/drawingml/2006/main" noGrp="1"/>
          </p:cNvSpPr>
          <p:nvPr/>
        </p:nvSpPr>
        <p:spPr>
          <a:xfrm xmlns:a="http://schemas.openxmlformats.org/drawingml/2006/main">
            <a:off x="12096750" y="6553200"/>
            <a:ext cx="4714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93C4C"/>
                </a:solidFill>
                <a:latin typeface="Arial"/>
                <a:ea typeface="Arial"/>
                <a:cs typeface="Arial"/>
              </a:defRPr>
            </a:pPr>
            <a:r>
              <a:rPr sz="2325" b="0">
                <a:solidFill>
                  <a:srgbClr val="193C4C"/>
                </a:solidFill>
                <a:latin typeface="Arial"/>
                <a:ea typeface="Arial"/>
                <a:cs typeface="Arial"/>
              </a:rPr>
              <a:t>Owner vs manager disagreements, shown with both voices.</a:t>
            </a:r>
          </a:p>
        </p:txBody>
      </p:sp>
      <p:sp>
        <p:nvSpPr>
          <p:cNvPr id="175" name="Closing statement">
            <a:extLst xmlns:a="http://schemas.openxmlformats.org/drawingml/2006/main">
              <a:ext uri="{FF2B5EF4-FFF2-40B4-BE49-F238E27FC236}">
                <a16:creationId xmlns:a16="http://schemas.microsoft.com/office/drawing/2014/main" id="{DEBFB8FF-2CDA-4D56-AE16-B9F29FFCAC25}"/>
              </a:ext>
            </a:extLst>
          </p:cNvPr>
          <p:cNvSpPr>
            <a:spLocks xmlns:a="http://schemas.openxmlformats.org/drawingml/2006/main" noGrp="1"/>
          </p:cNvSpPr>
          <p:nvPr/>
        </p:nvSpPr>
        <p:spPr>
          <a:xfrm xmlns:a="http://schemas.openxmlformats.org/drawingml/2006/main">
            <a:off x="1047750" y="8458200"/>
            <a:ext cx="1647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93C4C"/>
                </a:solidFill>
                <a:latin typeface="Arial"/>
                <a:ea typeface="Arial"/>
                <a:cs typeface="Arial"/>
              </a:defRPr>
            </a:pPr>
            <a:r>
              <a:rPr sz="3375" b="1">
                <a:solidFill>
                  <a:srgbClr val="193C4C"/>
                </a:solidFill>
                <a:latin typeface="Arial"/>
                <a:ea typeface="Arial"/>
                <a:cs typeface="Arial"/>
              </a:rPr>
              <a:t>“The person who knows the business</a:t>
            </a:r>
          </a:p>
          <a:p xmlns:a="http://schemas.openxmlformats.org/drawingml/2006/main">
            <a:pPr algn="l">
              <a:defRPr sz="3375" b="1">
                <a:solidFill>
                  <a:srgbClr val="193C4C"/>
                </a:solidFill>
                <a:latin typeface="Arial"/>
                <a:ea typeface="Arial"/>
                <a:cs typeface="Arial"/>
              </a:defRPr>
            </a:pPr>
            <a:r>
              <a:rPr sz="3375" b="1">
                <a:solidFill>
                  <a:srgbClr val="193C4C"/>
                </a:solidFill>
                <a:latin typeface="Arial"/>
                <a:ea typeface="Arial"/>
                <a:cs typeface="Arial"/>
              </a:rPr>
              <a:t>is the person who approves the software.”</a:t>
            </a:r>
          </a:p>
        </p:txBody>
      </p:sp>
      <p:sp>
        <p:nvSpPr>
          <p:cNvPr id="176" name="Closing brand">
            <a:extLst xmlns:a="http://schemas.openxmlformats.org/drawingml/2006/main">
              <a:ext uri="{FF2B5EF4-FFF2-40B4-BE49-F238E27FC236}">
                <a16:creationId xmlns:a16="http://schemas.microsoft.com/office/drawing/2014/main" id="{8A96C13B-0989-45F8-8D89-8FA7CCCA1332}"/>
              </a:ext>
            </a:extLst>
          </p:cNvPr>
          <p:cNvSpPr>
            <a:spLocks xmlns:a="http://schemas.openxmlformats.org/drawingml/2006/main" noGrp="1"/>
          </p:cNvSpPr>
          <p:nvPr/>
        </p:nvSpPr>
        <p:spPr>
          <a:xfrm xmlns:a="http://schemas.openxmlformats.org/drawingml/2006/main">
            <a:off x="1047750" y="971550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84"/>
                </a:solidFill>
                <a:latin typeface="Arial"/>
                <a:ea typeface="Arial"/>
                <a:cs typeface="Arial"/>
              </a:defRPr>
            </a:pPr>
            <a:r>
              <a:rPr sz="2175" b="1">
                <a:solidFill>
                  <a:srgbClr val="007D84"/>
                </a:solidFill>
                <a:latin typeface="Arial"/>
                <a:ea typeface="Arial"/>
                <a:cs typeface="Arial"/>
              </a:rPr>
              <a:t>AIForge × VAANI</a:t>
            </a:r>
          </a:p>
        </p:txBody>
      </p:sp>
      <p:sp>
        <p:nvSpPr>
          <p:cNvPr id="177" name="Closing phrase">
            <a:extLst xmlns:a="http://schemas.openxmlformats.org/drawingml/2006/main">
              <a:ext uri="{FF2B5EF4-FFF2-40B4-BE49-F238E27FC236}">
                <a16:creationId xmlns:a16="http://schemas.microsoft.com/office/drawing/2014/main" id="{EC9B08C3-0EEB-403D-A8BE-1CB55CF1ABA6}"/>
              </a:ext>
            </a:extLst>
          </p:cNvPr>
          <p:cNvSpPr>
            <a:spLocks xmlns:a="http://schemas.openxmlformats.org/drawingml/2006/main" noGrp="1"/>
          </p:cNvSpPr>
          <p:nvPr/>
        </p:nvSpPr>
        <p:spPr>
          <a:xfrm xmlns:a="http://schemas.openxmlformats.org/drawingml/2006/main">
            <a:off x="7715250" y="97155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175" b="1">
                <a:solidFill>
                  <a:srgbClr val="007D84"/>
                </a:solidFill>
                <a:latin typeface="Arial"/>
                <a:ea typeface="Arial"/>
                <a:cs typeface="Arial"/>
              </a:defRPr>
            </a:pPr>
            <a:r>
              <a:rPr sz="2175" b="1">
                <a:solidFill>
                  <a:srgbClr val="007D84"/>
                </a:solidFill>
                <a:latin typeface="Arial"/>
                <a:ea typeface="Arial"/>
                <a:cs typeface="Arial"/>
              </a:rPr>
              <a:t>Speak it. Verify it. Build it.</a:t>
            </a:r>
          </a:p>
        </p:txBody>
      </p:sp>
    </p:spTree>
    <p:extLst>
      <p:ext uri="{BB962C8B-B14F-4D97-AF65-F5344CB8AC3E}">
        <p14:creationId xmlns:p14="http://schemas.microsoft.com/office/powerpoint/2010/main" val="152399263"/>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2026-10-05T17:14:33.9510000Z</dcterms:created>
  <dcterms:modified xsi:type="dcterms:W3CDTF">2026-10-05T17:14:33.9510000Z</dcterms:modified>
</coreProperties>
</file>